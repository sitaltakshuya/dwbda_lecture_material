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E4BD-A8D9-8C70-D0DB-3A9C5B56B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63FDD9-2180-1D12-1516-718992DB9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47F2D-D61C-B3DB-A2F6-8D8C880AE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76A-0B0C-4AC3-AF1E-869B7585AE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175C3-83EB-63AB-FD7E-4DB972C68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D8500-A237-A445-0247-5E9F4C09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F2F8-E0B3-475C-993D-D83F17E39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20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EE30-9348-3AB2-7EAB-9DCC7141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28961-9293-4210-7AD6-5F472D610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BCDD1-B59F-DBF2-1CDB-C74F33A0D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76A-0B0C-4AC3-AF1E-869B7585AE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3E749-E3B8-1246-0484-7346D3536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1F77D-7AC9-BD4E-7EC9-916F7352E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F2F8-E0B3-475C-993D-D83F17E39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41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F5CF-50C6-E7D9-9F9A-BA5251F73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BC69D-D5AC-0422-4582-06D6B11FB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4BEA6-AA16-8207-AD44-48C6AECF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76A-0B0C-4AC3-AF1E-869B7585AE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6D7B0-5787-54BE-4BBA-C8F50B003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BB51E-2195-8BD0-4B3C-6FA116D8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F2F8-E0B3-475C-993D-D83F17E39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22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77314-ABCF-45DE-360E-90A69CB1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F9515-A102-6270-BD4F-D1C62E865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21B50-5122-EADA-8288-BD13741CF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17AD3-5365-362C-909E-9884B05A1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76A-0B0C-4AC3-AF1E-869B7585AE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BC8BC-5AAC-DBEE-00C7-63CF9027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A2793-7775-811C-38EE-44EB2FA4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F2F8-E0B3-475C-993D-D83F17E39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827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83DF-A496-593B-1FCB-F097D001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E6609-21EA-8EF1-834E-9E05DBFA5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5C58E-013E-A840-638C-606A63142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BDB9BC-34B4-4B02-C830-4C5D7CB2F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F9CD4-AD5A-7BE7-9AE7-EEC732F6D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33DC36-5AA0-804E-7E0A-D1CF3A23C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76A-0B0C-4AC3-AF1E-869B7585AE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3DA956-E281-89CA-2F49-F4B8ED39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0FCC5E-22B5-DAEA-75BB-06A719876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F2F8-E0B3-475C-993D-D83F17E39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184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C2D9-EA64-2C19-CE82-98A9FCEC9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5B98D-5670-D38E-6519-8BF17DE1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76A-0B0C-4AC3-AF1E-869B7585AE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EF8FF-B117-E279-FA94-00D38DC5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36DA0-B7FE-5BA3-D744-913ED56D3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F2F8-E0B3-475C-993D-D83F17E39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2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09A52-5AB6-E542-F403-65F0B53E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76A-0B0C-4AC3-AF1E-869B7585AE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18DE2B-76DB-E36B-A925-2D50FD55B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EFCA8-E427-730B-BAFE-CA2A7943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F2F8-E0B3-475C-993D-D83F17E39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93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3D4A-A3A5-7E6F-3C49-997184B3F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9963E-D0FE-22E4-53DC-E21715A6E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A2056-BE3C-485E-34A5-E8F6FD794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24E20-D0D4-0A05-33CE-B2D76449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76A-0B0C-4AC3-AF1E-869B7585AE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B4BA9-7CD9-3673-5FBF-D08B08912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A7186-69BF-CDE9-F1CF-64F7AB58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F2F8-E0B3-475C-993D-D83F17E39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757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71DD9-8970-B45C-5FCC-C48DC391C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F3977-B3AA-3323-C2B2-15967FEB0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236E4-0514-C701-9B6B-2A81E9944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73B83-F88F-480E-D711-B5C668159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76A-0B0C-4AC3-AF1E-869B7585AE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ACA3A-E5B7-6E72-BDB6-D1FBD1DF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BF08E-B02F-14E9-5616-77C10E42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F2F8-E0B3-475C-993D-D83F17E39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2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CE991-BA2E-64B5-C762-3A60A35E3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D40B5-AFD3-F54C-1DA8-15ADC6168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8F4FE-BECF-3EC4-C3B4-90C881545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76A-0B0C-4AC3-AF1E-869B7585AE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6A9AD-9848-58F7-D55B-591FD1D4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2A433-21A5-2600-F31B-15A222AC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F2F8-E0B3-475C-993D-D83F17E39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15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201BD-ACAC-6626-9B47-7D3AD9CC8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9E873-A8CD-5AFE-923B-068B1433C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A619B-466B-A241-5D0F-7B2D9CEE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76A-0B0C-4AC3-AF1E-869B7585AE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EB75C-1D6A-D723-88F2-1A9C326D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71330-99B2-7D15-F8B4-F0FA322F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F2F8-E0B3-475C-993D-D83F17E39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01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0118A-51BE-4DA6-745B-C9990ED3E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A2C9E-8611-5DE2-63F5-0ADE14E26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D0BEB-7C49-C43E-003B-9D09ABE2E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0FD76A-0B0C-4AC3-AF1E-869B7585AE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21460-3139-8A16-0924-F25125EC4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102B8-8E08-520D-9B89-F411CA4CB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CF2F8-E0B3-475C-993D-D83F17E39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785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6098-A046-6F28-735D-584EE187B1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CAP THEOREM</a:t>
            </a:r>
          </a:p>
        </p:txBody>
      </p:sp>
    </p:spTree>
    <p:extLst>
      <p:ext uri="{BB962C8B-B14F-4D97-AF65-F5344CB8AC3E}">
        <p14:creationId xmlns:p14="http://schemas.microsoft.com/office/powerpoint/2010/main" val="3229739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99C044-FCC3-B1D8-F7E0-F8D1E455A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3750" y="221105"/>
            <a:ext cx="8169639" cy="641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04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6216-0A71-97E6-0BE6-55735FF0B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7FA38-7997-BF48-7DA6-05A8826A1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50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8BE3F-7664-DF19-44A9-787215A6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904C-94D7-6FBF-9565-7ACCE8AE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D40F-09B9-7E94-1A34-262FBECF6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CAP theorem states that any distributed data store can simultaneously provide at most </a:t>
            </a:r>
            <a:r>
              <a:rPr lang="en-IN" b="1" dirty="0"/>
              <a:t>two out of the three</a:t>
            </a:r>
            <a:r>
              <a:rPr lang="en-IN" dirty="0"/>
              <a:t> core guarantees</a:t>
            </a:r>
          </a:p>
        </p:txBody>
      </p:sp>
    </p:spTree>
    <p:extLst>
      <p:ext uri="{BB962C8B-B14F-4D97-AF65-F5344CB8AC3E}">
        <p14:creationId xmlns:p14="http://schemas.microsoft.com/office/powerpoint/2010/main" val="4208342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9A256-1CA6-C5D8-B61A-F57104D5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332E0-F83A-DEA4-A071-03DB2E698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EF89A-6F66-5D72-68C7-B5D0D307F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CAP theorem states that any distributed data store can simultaneously provide at most </a:t>
            </a:r>
            <a:r>
              <a:rPr lang="en-IN" b="1" dirty="0"/>
              <a:t>two out of the three</a:t>
            </a:r>
            <a:r>
              <a:rPr lang="en-IN" dirty="0"/>
              <a:t> core guarantees</a:t>
            </a:r>
          </a:p>
          <a:p>
            <a:r>
              <a:rPr lang="en-IN" dirty="0"/>
              <a:t>A system can be </a:t>
            </a:r>
            <a:r>
              <a:rPr lang="en-IN" b="1" dirty="0"/>
              <a:t>CP</a:t>
            </a:r>
            <a:r>
              <a:rPr lang="en-IN" dirty="0"/>
              <a:t> (Consistent and Partition Tolerant) or </a:t>
            </a:r>
            <a:r>
              <a:rPr lang="en-IN" b="1" dirty="0"/>
              <a:t>AP</a:t>
            </a:r>
            <a:r>
              <a:rPr lang="en-IN" dirty="0"/>
              <a:t> (Available and Partition Tolerant), but cannot guarantee all three at the same time in the presence of network failures</a:t>
            </a:r>
          </a:p>
        </p:txBody>
      </p:sp>
    </p:spTree>
    <p:extLst>
      <p:ext uri="{BB962C8B-B14F-4D97-AF65-F5344CB8AC3E}">
        <p14:creationId xmlns:p14="http://schemas.microsoft.com/office/powerpoint/2010/main" val="414990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19639-3B2E-F6DE-CBFD-338E16265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Partition Tolerance (P)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35BB0-3A02-019C-74D3-813DD829F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0284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2727-2DA0-0980-17E3-8581BBEE1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7427A-5ECD-6D0C-61CD-59627DBA7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Partition Tolerance (P)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9B8C7-F9CA-5C32-6C5F-AF6355BB4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Definition:</a:t>
            </a:r>
            <a:r>
              <a:rPr lang="en-IN" dirty="0"/>
              <a:t> The cluster continues to operate despite arbitrary communication breakdown or node failures </a:t>
            </a:r>
          </a:p>
        </p:txBody>
      </p:sp>
    </p:spTree>
    <p:extLst>
      <p:ext uri="{BB962C8B-B14F-4D97-AF65-F5344CB8AC3E}">
        <p14:creationId xmlns:p14="http://schemas.microsoft.com/office/powerpoint/2010/main" val="2283673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9F650-5CA6-2DB7-5C3B-B9FE0AB9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8CB91-CE99-0709-203D-57D649D04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Partition Tolerance (P)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A150E-D421-4D45-15CF-010E667C3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Definition:</a:t>
            </a:r>
            <a:r>
              <a:rPr lang="en-IN" dirty="0"/>
              <a:t> The cluster continues to operate despite arbitrary communication breakdown or node failures </a:t>
            </a:r>
          </a:p>
          <a:p>
            <a:r>
              <a:rPr lang="en-IN" b="1" dirty="0"/>
              <a:t>How it works:</a:t>
            </a:r>
            <a:r>
              <a:rPr lang="en-IN" dirty="0"/>
              <a:t> If one machine goes down or the network link connecting it fails, the remaining nodes must continue serving requests independently without halting the entire system</a:t>
            </a:r>
          </a:p>
        </p:txBody>
      </p:sp>
    </p:spTree>
    <p:extLst>
      <p:ext uri="{BB962C8B-B14F-4D97-AF65-F5344CB8AC3E}">
        <p14:creationId xmlns:p14="http://schemas.microsoft.com/office/powerpoint/2010/main" val="879935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E5554-C754-57C4-2419-56EE2B2C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282B6-DC74-5517-B7ED-1B73CA695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Availability (A)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BBF73-F24F-1CD2-5408-AD389B927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8539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83CE-1CEC-802D-BD9B-5D89404F7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DE6DD-F93F-FE4D-CA20-1BB7EF7F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Availability (A)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9C058-DDA1-0205-0D7E-1D1ABB658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Definition:</a:t>
            </a:r>
            <a:r>
              <a:rPr lang="en-IN" dirty="0"/>
              <a:t> Every non-failing node returns a response for every read or write request, ensuring clients can always access their data</a:t>
            </a:r>
          </a:p>
        </p:txBody>
      </p:sp>
    </p:spTree>
    <p:extLst>
      <p:ext uri="{BB962C8B-B14F-4D97-AF65-F5344CB8AC3E}">
        <p14:creationId xmlns:p14="http://schemas.microsoft.com/office/powerpoint/2010/main" val="1838919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9AB9D-E94F-3013-E6A4-7FDBBB94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F1B58-BDF6-91F2-B5ED-62E680482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Availability (A)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8F3EF-B202-D022-7609-A19EEEF4D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Definition:</a:t>
            </a:r>
            <a:r>
              <a:rPr lang="en-IN" dirty="0"/>
              <a:t> Every non-failing node returns a response for every read or write request, ensuring clients can always access their data</a:t>
            </a:r>
          </a:p>
          <a:p>
            <a:r>
              <a:rPr lang="en-IN" b="1" dirty="0"/>
              <a:t>How it works:</a:t>
            </a:r>
            <a:r>
              <a:rPr lang="en-IN" dirty="0"/>
              <a:t> To ensure availability during a node failure, data is </a:t>
            </a:r>
            <a:r>
              <a:rPr lang="en-IN" b="1" dirty="0"/>
              <a:t>replicated</a:t>
            </a:r>
            <a:r>
              <a:rPr lang="en-IN" dirty="0"/>
              <a:t> across multiple </a:t>
            </a:r>
            <a:r>
              <a:rPr lang="en-IN" dirty="0" err="1"/>
              <a:t>machines.If</a:t>
            </a:r>
            <a:r>
              <a:rPr lang="en-IN" dirty="0"/>
              <a:t> one node crashes, requests are served by another replica containing that data </a:t>
            </a:r>
          </a:p>
        </p:txBody>
      </p:sp>
    </p:spTree>
    <p:extLst>
      <p:ext uri="{BB962C8B-B14F-4D97-AF65-F5344CB8AC3E}">
        <p14:creationId xmlns:p14="http://schemas.microsoft.com/office/powerpoint/2010/main" val="1691053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F8995-1830-1626-A3FA-2BEDFBAD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Consistency (C)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0D1CC-03DC-36BE-FFEE-D79DB7CC9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4317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5571-8721-BD5A-73B3-9E58E1947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C049-0C6E-007E-4FA9-A5CED4D6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Consistency (C)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81FC0-9DB4-2D8B-18B5-6C96AB457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Definition:</a:t>
            </a:r>
            <a:r>
              <a:rPr lang="en-IN" dirty="0"/>
              <a:t> All nodes see the exact same data at the same time. Any read request should return the most recent write</a:t>
            </a:r>
          </a:p>
        </p:txBody>
      </p:sp>
    </p:spTree>
    <p:extLst>
      <p:ext uri="{BB962C8B-B14F-4D97-AF65-F5344CB8AC3E}">
        <p14:creationId xmlns:p14="http://schemas.microsoft.com/office/powerpoint/2010/main" val="1618310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23F9B-4C0B-3E73-3698-C33EC33F4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0B274-FCA5-414C-9BE2-DC7147C9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Fundamental Trade-off: Consistency vs. 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C7B39-AD32-0298-891F-857780BE7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117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B292A-61F1-8634-649B-B53022A63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62C5D-7B3F-5A9D-7743-554589D9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Fundamental Trade-off: Consistency vs. 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2E3B5-4DCE-C9C2-D21B-0A342D4B7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When a network partition happens, updates written to one machine take time to replicate across other machines.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278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CA71D-6EA8-999F-34A3-424DA458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47D3-F1C2-CB60-4A22-692128C23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Fundamental Trade-off: Consistency vs. 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EDA0D-DB01-C50A-C9A8-20BE61B86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When a network partition happens, updates written to one machine take time to replicate across other machines.</a:t>
            </a:r>
          </a:p>
          <a:p>
            <a:r>
              <a:rPr lang="en-IN" dirty="0"/>
              <a:t>If a read request arrives before replication is complete: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4554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859FD-6F55-DB22-08A7-DF08F5EA5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07FF7-844B-0297-3B24-0B0B912C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Fundamental Trade-off: Consistency vs. 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961BD-893F-B488-68ED-0183F56B5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When a network partition happens, updates written to one machine take time to replicate across other machines.</a:t>
            </a:r>
          </a:p>
          <a:p>
            <a:r>
              <a:rPr lang="en-IN" dirty="0"/>
              <a:t>If a read request arrives before replication is complete:</a:t>
            </a:r>
          </a:p>
          <a:p>
            <a:pPr lvl="1"/>
            <a:r>
              <a:rPr lang="en-IN" b="1" dirty="0"/>
              <a:t>To guarantee Availability (AP):</a:t>
            </a:r>
            <a:r>
              <a:rPr lang="en-IN" dirty="0"/>
              <a:t> The system returns the stale data immediately. You preserve uptime and fast response, but sacrifice strict consistency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4758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1C1BF-7474-42C5-5627-D07661D3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721E-639E-29CC-37AE-F75F0948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Fundamental Trade-off: Consistency vs. 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F5A73-0D74-3E8A-C32E-B4AB11494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When a network partition happens, updates written to one machine take time to replicate across other machines.</a:t>
            </a:r>
          </a:p>
          <a:p>
            <a:r>
              <a:rPr lang="en-IN" dirty="0"/>
              <a:t>If a read request arrives before replication is complete:</a:t>
            </a:r>
          </a:p>
          <a:p>
            <a:pPr lvl="1"/>
            <a:r>
              <a:rPr lang="en-IN" b="1" dirty="0"/>
              <a:t>To guarantee Availability (AP):</a:t>
            </a:r>
            <a:r>
              <a:rPr lang="en-IN" dirty="0"/>
              <a:t> The system returns the stale data immediately. You preserve uptime and fast response, but sacrifice strict consistency </a:t>
            </a:r>
          </a:p>
          <a:p>
            <a:pPr lvl="1"/>
            <a:r>
              <a:rPr lang="en-IN" b="1" dirty="0"/>
              <a:t>To guarantee Consistency (CP):</a:t>
            </a:r>
            <a:r>
              <a:rPr lang="en-IN" dirty="0"/>
              <a:t> The system blocks or returns an error until all replicas are synchronized. You preserve correct data, but sacrifice availability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7443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15345-9A77-72B8-CD29-BB4DC11687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SHARED NOTHING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15609-7C04-599E-8779-7110DC3FA9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40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10CAD-C357-C274-1A81-78C6CB0B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SHARED RAM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D43B6-0DA5-8568-569E-74DA3EE46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387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9D16F-8A76-E3F6-8456-ACD6E53E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60FF2-D232-A66B-7BAC-0BF5BCA5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SHARED RAM ARCHITECTURE</a:t>
            </a:r>
          </a:p>
        </p:txBody>
      </p:sp>
      <p:pic>
        <p:nvPicPr>
          <p:cNvPr id="4" name="Content Placeholder 3" descr="Shared Memory Architecture | Download Scientific Diagram">
            <a:extLst>
              <a:ext uri="{FF2B5EF4-FFF2-40B4-BE49-F238E27FC236}">
                <a16:creationId xmlns:a16="http://schemas.microsoft.com/office/drawing/2014/main" id="{C754A433-0396-1DA7-784C-2C997C83C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93899"/>
            <a:ext cx="6780700" cy="466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41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F721-DC1D-C75E-632F-8D999168C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SHARED DISK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97D65-4FE7-2606-7B38-4B8CA52C1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715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6F60B-0471-1F0C-C21C-318775A63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80D311-2E22-5144-C899-9407F8A10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SHARED DISK ARCHITECTURE</a:t>
            </a:r>
          </a:p>
        </p:txBody>
      </p:sp>
      <p:pic>
        <p:nvPicPr>
          <p:cNvPr id="4" name="Content Placeholder 3" descr="Architectures for Clustering: Shared Nothing and Shared Disk">
            <a:extLst>
              <a:ext uri="{FF2B5EF4-FFF2-40B4-BE49-F238E27FC236}">
                <a16:creationId xmlns:a16="http://schemas.microsoft.com/office/drawing/2014/main" id="{0033EF9D-0B20-9956-B595-050FDE8D2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80018"/>
            <a:ext cx="6780700" cy="46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59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0F5F9-0375-871C-0681-F59ABC06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SHARED NOTHING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36A8E-9794-7C82-8E66-BDBBCA576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927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37A28-FF87-1745-7742-7C9598F8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F295C-AD1E-C45E-2B3E-52201A42A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SHARED NOTHING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245E24-A924-E2A7-858C-24C6A565B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0781" y="1946480"/>
            <a:ext cx="8522964" cy="404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76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590B8-C71C-2CC8-8107-A4AD350611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BLOOM FILTER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65084-DAD8-1476-8346-10B7DEDE04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54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49D5D-B8AE-B335-950E-02419938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C3805-A673-E4C3-8D0E-CC8B44D57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Bloom Filter is a space-efficient, probabilistic data structure used to test set membership specifically, to check whether a given element belongs to a set of elements.</a:t>
            </a:r>
          </a:p>
        </p:txBody>
      </p:sp>
    </p:spTree>
    <p:extLst>
      <p:ext uri="{BB962C8B-B14F-4D97-AF65-F5344CB8AC3E}">
        <p14:creationId xmlns:p14="http://schemas.microsoft.com/office/powerpoint/2010/main" val="3088630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221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643E-B47A-E7A2-F760-AD715F04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E.G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EECB8-C5DE-5E91-AD57-FF8C47345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Insert element 20 and 17 in the blooms filter of size 5 considering the following hash function :</a:t>
            </a:r>
          </a:p>
          <a:p>
            <a:r>
              <a:rPr lang="en-IN" dirty="0"/>
              <a:t>1. h1(x)= x mod 5</a:t>
            </a:r>
          </a:p>
          <a:p>
            <a:r>
              <a:rPr lang="en-IN" dirty="0"/>
              <a:t>2. h2(x)=(2x+6) mod 6</a:t>
            </a:r>
          </a:p>
          <a:p>
            <a:r>
              <a:rPr lang="en-IN" dirty="0"/>
              <a:t>Check whether 19,24 is present in the set or not</a:t>
            </a:r>
          </a:p>
        </p:txBody>
      </p:sp>
    </p:spTree>
    <p:extLst>
      <p:ext uri="{BB962C8B-B14F-4D97-AF65-F5344CB8AC3E}">
        <p14:creationId xmlns:p14="http://schemas.microsoft.com/office/powerpoint/2010/main" val="2907117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5A1AB-E094-FC61-BA87-C1706D25D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95ECE-55EC-1BFC-3760-BA42619C9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E.G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0E6C-8DCA-EF8E-937A-17946D7E5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:</a:t>
            </a:r>
          </a:p>
          <a:p>
            <a:r>
              <a:rPr lang="en-IN" dirty="0"/>
              <a:t>m=5</a:t>
            </a:r>
          </a:p>
          <a:p>
            <a:r>
              <a:rPr lang="en-IN" dirty="0"/>
              <a:t>Hash function </a:t>
            </a:r>
          </a:p>
          <a:p>
            <a:r>
              <a:rPr lang="en-IN" dirty="0"/>
              <a:t>Numbers to insert </a:t>
            </a:r>
          </a:p>
          <a:p>
            <a:r>
              <a:rPr lang="en-IN" dirty="0"/>
              <a:t>Number to check </a:t>
            </a:r>
          </a:p>
        </p:txBody>
      </p:sp>
    </p:spTree>
    <p:extLst>
      <p:ext uri="{BB962C8B-B14F-4D97-AF65-F5344CB8AC3E}">
        <p14:creationId xmlns:p14="http://schemas.microsoft.com/office/powerpoint/2010/main" val="25324315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1ED2-9287-4E3B-557C-D15A8ABF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80455-FA67-19CD-3588-7647FE558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632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620</Words>
  <Application>Microsoft Office PowerPoint</Application>
  <PresentationFormat>Widescreen</PresentationFormat>
  <Paragraphs>58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CAP THEOREM</vt:lpstr>
      <vt:lpstr>PowerPoint Presentation</vt:lpstr>
      <vt:lpstr>What</vt:lpstr>
      <vt:lpstr>What</vt:lpstr>
      <vt:lpstr>What</vt:lpstr>
      <vt:lpstr>Partition Tolerance (P)</vt:lpstr>
      <vt:lpstr>Partition Tolerance (P)</vt:lpstr>
      <vt:lpstr>Partition Tolerance (P)</vt:lpstr>
      <vt:lpstr>Availability (A)</vt:lpstr>
      <vt:lpstr>Availability (A)</vt:lpstr>
      <vt:lpstr>Availability (A)</vt:lpstr>
      <vt:lpstr>Consistency (C)</vt:lpstr>
      <vt:lpstr>Consistency (C)</vt:lpstr>
      <vt:lpstr>The Fundamental Trade-off: Consistency vs. Availability</vt:lpstr>
      <vt:lpstr>The Fundamental Trade-off: Consistency vs. Availability</vt:lpstr>
      <vt:lpstr>The Fundamental Trade-off: Consistency vs. Availability</vt:lpstr>
      <vt:lpstr>The Fundamental Trade-off: Consistency vs. Availability</vt:lpstr>
      <vt:lpstr>The Fundamental Trade-off: Consistency vs. Availability</vt:lpstr>
      <vt:lpstr>SHARED NOTHING ARCHITECTURE</vt:lpstr>
      <vt:lpstr>SHARED RAM ARCHITECTURE</vt:lpstr>
      <vt:lpstr>SHARED RAM ARCHITECTURE</vt:lpstr>
      <vt:lpstr>SHARED DISK ARCHITECTURE</vt:lpstr>
      <vt:lpstr>SHARED DISK ARCHITECTURE</vt:lpstr>
      <vt:lpstr>SHARED NOTHING ARCHITECTURE</vt:lpstr>
      <vt:lpstr>SHARED NOTHING ARCHITECTURE</vt:lpstr>
      <vt:lpstr>BLOOM FILTER</vt:lpstr>
      <vt:lpstr>WHAT ?</vt:lpstr>
      <vt:lpstr>PowerPoint Presentation</vt:lpstr>
      <vt:lpstr>E.G</vt:lpstr>
      <vt:lpstr>E.G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19</cp:revision>
  <dcterms:created xsi:type="dcterms:W3CDTF">2026-09-02T15:31:10Z</dcterms:created>
  <dcterms:modified xsi:type="dcterms:W3CDTF">2026-09-02T16:59:29Z</dcterms:modified>
</cp:coreProperties>
</file>