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9" r:id="rId20"/>
    <p:sldId id="275" r:id="rId21"/>
    <p:sldId id="280" r:id="rId22"/>
    <p:sldId id="277" r:id="rId23"/>
    <p:sldId id="278" r:id="rId24"/>
    <p:sldId id="281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76DC-D199-A63B-CD98-E3ECFC2F94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9FD616-8521-512F-103A-FDC5D8C57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131F9-FA79-9CBB-BD29-3201A2B61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E235F-10CE-E3BE-6133-C038CC880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C80B-2AE4-F27C-4F13-2C5030DB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10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7F33B-F592-5E9D-8DBF-4841E81C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3789-CF22-D1D3-7772-9DFE1732A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E9796-1BB9-C792-F4A2-627D5952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4400B-F8C0-6F7D-5F36-756DF76D3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610C-2F7A-D775-87F0-5FF49677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39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2ED3-351B-755C-FEE5-644E6C03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1D0C2-923B-A656-9E55-6F1CEC317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CDED9-FA28-5D75-1F25-8DB1F125D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AA380-3DAD-E13D-E011-6D710324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DC650-4AE0-12A0-43BE-334EBDF00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41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4594-EF2D-11CB-F6AA-7665472F9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98145-00B3-8BBD-2BE6-F905BECDC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B4E84-BFD4-AC73-85F2-7665961C1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61EC64-17C0-ECC4-C157-75322EE4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CFB18-5866-BD08-38D4-F22D3C2F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118FCE-9C44-6A4E-838E-41D611CD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5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FED50-41BD-FEF0-9B2A-A18294706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0ADD8-4F49-4529-C821-31391F291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44F836-B8C6-FC8A-3BEA-25670D42C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949174-63E2-85E3-DAA8-DCD0ED214E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7524A-3143-AE37-491F-6BDD0F229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4B9FC2-5797-7683-A73E-A43B13FE2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4FC51-561E-A8C0-E67F-6954B7CC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587C5D-31AD-18BD-2214-54B6E6E1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80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855B-76D5-F314-F199-CBD8EA202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711DAA-9D1A-35E2-3F12-CF4FF113A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8EF9D3-C1FB-BB74-868B-9C9C56160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FFB83D-869A-9B7E-4317-1A06697F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9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915F08-273C-4F60-09C7-611A76100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8F56A2-1CA0-E023-C549-63F0B78D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CD872-E1BF-1E85-2FA5-E911AF4BB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7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A66E6-AEB4-5728-CD58-86207948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0A67E-2E84-4715-BEEB-6CBBB804D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A8EF9-4F56-4B97-24BC-A5BC4D26B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D034D4-E3ED-775C-23C9-88446857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180B7-72A0-618C-9BCF-EA43F4003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F7CCE-84C1-CE43-695A-672C68AA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2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2A09B-709F-156A-DE2A-2F04E6D9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EDCD0-45F1-AA14-4E55-5CB09FB1A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705064-63F8-E463-FC08-375B8DA65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87DF0-FED0-7EA6-1613-82E8CEF12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8D8EF-1816-B6EB-6F2C-6FB64BFC7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F34B5-1C0F-5346-34E6-38BB0C424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4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5248B-C155-1743-D9B4-118E908C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2AFCE-3785-4F5B-F50A-AE4A747E9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27330-B32D-DB9C-526B-BD9AAD4A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1F625-AD04-1009-E242-1C0AC0A3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8065C-3A86-8CE4-C4FF-E3B7ABAA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254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2A20D0-87FA-F247-3E1D-4FD90485F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B687DE-242E-B79D-6A47-9FDE5CC01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221F7-B53C-A239-4429-0FEFCEA5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0E216-BA48-4F04-AC4F-645AA0DD6AC6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80B5C-620C-6640-8666-36BE1E5B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ADEB9-DA5A-980C-514D-2751DD17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46764A-1409-A92A-05B4-D1CD40086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2E96F-E1C0-C645-A089-58E01A438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25BAC-18E4-998A-3205-E07DCB411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9/28/2026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5AB5-1016-A845-8751-852C3603F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8E1C4-1F95-2F6A-411F-EFF48FBDE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75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ala-lang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472D1-E2C1-3AFF-A91F-73CD74730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4602162"/>
            <a:ext cx="4457690" cy="1720850"/>
          </a:xfrm>
        </p:spPr>
        <p:txBody>
          <a:bodyPr anchor="ctr">
            <a:normAutofit/>
          </a:bodyPr>
          <a:lstStyle/>
          <a:p>
            <a:r>
              <a:rPr lang="en-IN" dirty="0"/>
              <a:t>SCALA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9ED7B-4CC3-65D9-13FC-97FE64E6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602163"/>
            <a:ext cx="4451347" cy="1720850"/>
          </a:xfrm>
        </p:spPr>
        <p:txBody>
          <a:bodyPr anchor="ctr">
            <a:normAutofit/>
          </a:bodyPr>
          <a:lstStyle/>
          <a:p>
            <a:r>
              <a:rPr lang="en-IN" dirty="0"/>
              <a:t>By: Sital Sharma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EF3B1-0444-C156-1D09-9D5F461848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48" b="23893"/>
          <a:stretch/>
        </p:blipFill>
        <p:spPr>
          <a:xfrm>
            <a:off x="20" y="10"/>
            <a:ext cx="12191977" cy="4014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85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CC49A-EEFE-F2A8-12F7-E9E5A50C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371A9-3D2B-E301-1D1E-82BE12F58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: ARRAY, THREADS, OBJECT, COLLECTION ETC.</a:t>
            </a:r>
          </a:p>
          <a:p>
            <a:r>
              <a:rPr lang="en-US" dirty="0"/>
              <a:t>SOFTWARE NEEDED: JAVA(JDK),JVM, ECLIPES (IDE).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555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CC49A-EEFE-F2A8-12F7-E9E5A50C0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</a:t>
            </a:r>
            <a:r>
              <a:rPr lang="en-IN" dirty="0" err="1"/>
              <a:t>scala</a:t>
            </a:r>
            <a:r>
              <a:rPr lang="en-IN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371A9-3D2B-E301-1D1E-82BE12F58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 is a general-purpose, high-level, multi-paradigm programming language. It is a pure object-oriented programming language which also provides the support to the functional programming approach.</a:t>
            </a:r>
          </a:p>
          <a:p>
            <a:endParaRPr lang="en-US" dirty="0"/>
          </a:p>
          <a:p>
            <a:r>
              <a:rPr lang="en-US" dirty="0"/>
              <a:t>N.B: There is no concept of primitive data type in </a:t>
            </a:r>
            <a:r>
              <a:rPr lang="en-US" dirty="0" err="1"/>
              <a:t>scala</a:t>
            </a:r>
            <a:r>
              <a:rPr lang="en-US" dirty="0"/>
              <a:t> as everything is treated as an object in </a:t>
            </a:r>
            <a:r>
              <a:rPr lang="en-US" dirty="0" err="1"/>
              <a:t>scala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822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C110-0683-E7A9-B14C-5C08EFCE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Scala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B6C66-F433-15B5-92E4-7715600D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 is </a:t>
            </a:r>
            <a:r>
              <a:rPr lang="en-US" b="1" dirty="0"/>
              <a:t>simple to learn </a:t>
            </a:r>
            <a:r>
              <a:rPr lang="en-US" dirty="0"/>
              <a:t>and is more similar to high level programming languages like Java, C, and C++. As a result, anyone can learn Scala extremely easily. Scala is simpler to learn for Java programmers.</a:t>
            </a:r>
          </a:p>
          <a:p>
            <a:r>
              <a:rPr lang="en-US" b="1" dirty="0"/>
              <a:t>Scala is more functional</a:t>
            </a:r>
            <a:r>
              <a:rPr lang="en-US" dirty="0"/>
              <a:t>, scalable, and productive since it contains the greatest characteristics of other languages, including C, C++, Java, and others.</a:t>
            </a:r>
          </a:p>
          <a:p>
            <a:r>
              <a:rPr lang="en-US" b="1" dirty="0"/>
              <a:t>Close integration with Java:</a:t>
            </a:r>
            <a:r>
              <a:rPr lang="en-US" dirty="0"/>
              <a:t> The source code of the Scala is designed in such a way that its compiler can interpret the Java classes. Also, Its compiler can utilize the frameworks, Java Libraries, and tools etc. After compilation, Scala programs can run on JVM.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708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C110-0683-E7A9-B14C-5C08EFCE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Scala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B6C66-F433-15B5-92E4-7715600D0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Web – Based &amp; Desktop Application Development: </a:t>
            </a:r>
            <a:r>
              <a:rPr lang="en-US" dirty="0"/>
              <a:t>For the web applications it provides the support by compiling to JavaScript. Similarly for desktop applications, it can be compiled to JVM bytecode.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96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7521-BC48-7872-DBBA-140D1EE5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SCALA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3821-40CF-A448-46BE-377AAFB09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OBJECT ORIENTED</a:t>
            </a:r>
          </a:p>
          <a:p>
            <a:r>
              <a:rPr lang="en-IN" dirty="0"/>
              <a:t>FUNCTIONAL</a:t>
            </a:r>
          </a:p>
          <a:p>
            <a:r>
              <a:rPr lang="en-IN" dirty="0"/>
              <a:t>FASTER THATN : RUBY, JS,PYTHON,JAVA</a:t>
            </a:r>
          </a:p>
          <a:p>
            <a:r>
              <a:rPr lang="en-IN" dirty="0"/>
              <a:t>Concurrent &amp; Synchronize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191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7521-BC48-7872-DBBA-140D1EE5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OF SCALA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03821-40CF-A448-46BE-377AAFB09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Run on JVM &amp; Can Execute Java Code:</a:t>
            </a:r>
            <a:r>
              <a:rPr lang="en-US" dirty="0"/>
              <a:t> Java and Scala have a common runtime environment. So the user can easily move from Java to Scala. The Scala compiler compiles the program into</a:t>
            </a:r>
            <a:r>
              <a:rPr lang="en-US" i="1" dirty="0"/>
              <a:t> </a:t>
            </a:r>
            <a:r>
              <a:rPr lang="en-US" b="1" i="1" dirty="0"/>
              <a:t>.class file</a:t>
            </a:r>
            <a:r>
              <a:rPr lang="en-US" dirty="0"/>
              <a:t>, containing the Bytecode that can be executed by </a:t>
            </a:r>
            <a:r>
              <a:rPr lang="en-US" i="1" dirty="0"/>
              <a:t>JVM</a:t>
            </a:r>
            <a:r>
              <a:rPr lang="en-US" dirty="0"/>
              <a:t>. All the classes of Java SDK can be used by Scala. With the help of Scala user can customize the Java classes.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5008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INSTALL SCALA ON TOP OF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Go to the link : </a:t>
            </a:r>
            <a:r>
              <a:rPr lang="en-IN" dirty="0">
                <a:hlinkClick r:id="rId2"/>
              </a:rPr>
              <a:t>https://www.scala-lang.org/</a:t>
            </a:r>
            <a:endParaRPr lang="en-IN" dirty="0"/>
          </a:p>
          <a:p>
            <a:r>
              <a:rPr lang="en-IN" dirty="0"/>
              <a:t>Download eclipse on machine via: eclipse.org</a:t>
            </a:r>
          </a:p>
          <a:p>
            <a:r>
              <a:rPr lang="en-IN" dirty="0"/>
              <a:t>Specify the working directory </a:t>
            </a:r>
          </a:p>
          <a:p>
            <a:r>
              <a:rPr lang="en-IN" dirty="0"/>
              <a:t>Click on file&gt;new&gt;java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136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 </a:t>
            </a:r>
            <a:r>
              <a:rPr lang="en-IN" dirty="0" err="1"/>
              <a:t>Synatx</a:t>
            </a:r>
            <a:r>
              <a:rPr lang="en-IN" dirty="0"/>
              <a:t>: Comments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Single-line comments start with //, </a:t>
            </a:r>
          </a:p>
          <a:p>
            <a:pPr marL="457200" lvl="1" indent="0">
              <a:buNone/>
            </a:pPr>
            <a:r>
              <a:rPr lang="en-US" dirty="0"/>
              <a:t>e.g., // This is a single-line comment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Multi-line comments are enclosed between /* and */,</a:t>
            </a:r>
          </a:p>
          <a:p>
            <a:r>
              <a:rPr lang="en-US" dirty="0"/>
              <a:t> e.g., </a:t>
            </a:r>
          </a:p>
          <a:p>
            <a:pPr marL="0" indent="0">
              <a:buNone/>
            </a:pPr>
            <a:r>
              <a:rPr lang="en-US" dirty="0"/>
              <a:t>          /*This is a</a:t>
            </a:r>
          </a:p>
          <a:p>
            <a:pPr marL="0" indent="0">
              <a:buNone/>
            </a:pPr>
            <a:r>
              <a:rPr lang="en-US" dirty="0"/>
              <a:t>            multi-line comment*/</a:t>
            </a:r>
          </a:p>
        </p:txBody>
      </p:sp>
    </p:spTree>
    <p:extLst>
      <p:ext uri="{BB962C8B-B14F-4D97-AF65-F5344CB8AC3E}">
        <p14:creationId xmlns:p14="http://schemas.microsoft.com/office/powerpoint/2010/main" val="4055454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 </a:t>
            </a:r>
            <a:r>
              <a:rPr lang="en-IN" dirty="0" err="1"/>
              <a:t>Synatx</a:t>
            </a:r>
            <a:r>
              <a:rPr lang="en-IN" dirty="0"/>
              <a:t>: </a:t>
            </a:r>
            <a:r>
              <a:rPr lang="en-IN" b="1" dirty="0"/>
              <a:t>Semicolons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Unlike some other languages, Scala does not require semicolons          </a:t>
            </a:r>
            <a:r>
              <a:rPr lang="en-US" b="1" dirty="0"/>
              <a:t>( Except for Interactive mode) </a:t>
            </a:r>
            <a:r>
              <a:rPr lang="en-US" dirty="0"/>
              <a:t>at the end of statements. However, you can use them to separate multiple statements on the same line if needed.</a:t>
            </a:r>
          </a:p>
          <a:p>
            <a:endParaRPr lang="en-US" dirty="0"/>
          </a:p>
          <a:p>
            <a:r>
              <a:rPr lang="en-US" dirty="0" err="1"/>
              <a:t>E.g</a:t>
            </a:r>
            <a:r>
              <a:rPr lang="en-US" dirty="0"/>
              <a:t>: print(“hello); interactive mode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183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 </a:t>
            </a:r>
            <a:r>
              <a:rPr lang="en-IN" dirty="0" err="1"/>
              <a:t>Synatx</a:t>
            </a:r>
            <a:r>
              <a:rPr lang="en-IN" dirty="0"/>
              <a:t>: </a:t>
            </a:r>
            <a:r>
              <a:rPr lang="en-IN" b="1" dirty="0"/>
              <a:t>Variables and Values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</a:t>
            </a:r>
            <a:r>
              <a:rPr lang="en-US" b="1" dirty="0"/>
              <a:t>declare variables using var </a:t>
            </a:r>
            <a:r>
              <a:rPr lang="en-US" dirty="0"/>
              <a:t>and constants (immutable values) using </a:t>
            </a:r>
            <a:r>
              <a:rPr lang="en-US" b="1" dirty="0"/>
              <a:t>val</a:t>
            </a:r>
            <a:r>
              <a:rPr lang="en-US" dirty="0"/>
              <a:t>. For example:</a:t>
            </a:r>
          </a:p>
          <a:p>
            <a:pPr marL="3657600" lvl="8" indent="0">
              <a:buNone/>
            </a:pPr>
            <a:r>
              <a:rPr lang="es-ES" sz="3200" dirty="0" err="1"/>
              <a:t>var</a:t>
            </a:r>
            <a:r>
              <a:rPr lang="es-ES" sz="3200" dirty="0"/>
              <a:t> x = 10 // variable</a:t>
            </a:r>
          </a:p>
          <a:p>
            <a:pPr marL="3657600" lvl="8" indent="0">
              <a:buNone/>
            </a:pPr>
            <a:r>
              <a:rPr lang="es-ES" sz="3200" dirty="0"/>
              <a:t>val y = 20 // </a:t>
            </a:r>
            <a:r>
              <a:rPr lang="es-ES" sz="3200" dirty="0" err="1"/>
              <a:t>constant</a:t>
            </a:r>
            <a:endParaRPr lang="es-ES" sz="3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798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 </a:t>
            </a:r>
            <a:r>
              <a:rPr lang="en-IN" dirty="0" err="1"/>
              <a:t>Synatx</a:t>
            </a:r>
            <a:r>
              <a:rPr lang="en-IN" dirty="0"/>
              <a:t>: </a:t>
            </a:r>
            <a:r>
              <a:rPr lang="en-IN" b="1" dirty="0"/>
              <a:t>Data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You can declare variables with types like this:</a:t>
            </a:r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 age: Int = 30</a:t>
            </a:r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 name: String = “</a:t>
            </a:r>
            <a:r>
              <a:rPr lang="en-US" dirty="0" err="1"/>
              <a:t>Vibanshu</a:t>
            </a:r>
            <a:r>
              <a:rPr lang="en-US" dirty="0"/>
              <a:t>“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87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 </a:t>
            </a:r>
            <a:r>
              <a:rPr lang="en-IN" dirty="0" err="1"/>
              <a:t>Synatx</a:t>
            </a:r>
            <a:r>
              <a:rPr lang="en-IN" dirty="0"/>
              <a:t>: </a:t>
            </a:r>
            <a:r>
              <a:rPr lang="en-IN" b="1" dirty="0"/>
              <a:t>String Interpolation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Scala supports string interpolation using </a:t>
            </a:r>
            <a:r>
              <a:rPr lang="en-US" b="1" dirty="0"/>
              <a:t>s</a:t>
            </a:r>
            <a:r>
              <a:rPr lang="en-US" dirty="0"/>
              <a:t> or </a:t>
            </a:r>
            <a:r>
              <a:rPr lang="en-US" b="1" dirty="0"/>
              <a:t>f </a:t>
            </a:r>
            <a:r>
              <a:rPr lang="en-US" dirty="0"/>
              <a:t>prefixes for strings. This allows you to embed variables or expressions within strings.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 name = "Bob“</a:t>
            </a:r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 greeting = </a:t>
            </a:r>
            <a:r>
              <a:rPr lang="en-US" dirty="0" err="1"/>
              <a:t>s"Hello</a:t>
            </a:r>
            <a:r>
              <a:rPr lang="en-US" dirty="0"/>
              <a:t>, $name!" // "Hello, Bob!"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13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 </a:t>
            </a:r>
            <a:r>
              <a:rPr lang="en-IN" dirty="0" err="1"/>
              <a:t>Synatx</a:t>
            </a:r>
            <a:r>
              <a:rPr lang="en-IN" dirty="0"/>
              <a:t>: </a:t>
            </a:r>
            <a:r>
              <a:rPr lang="en-IN" b="1" dirty="0"/>
              <a:t>Operators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Scala supports common operators like:</a:t>
            </a:r>
          </a:p>
          <a:p>
            <a:pPr marL="0" indent="0">
              <a:buNone/>
            </a:pPr>
            <a:r>
              <a:rPr lang="en-US" dirty="0"/>
              <a:t> +, -, *, /, %, ==, !=, &lt;, &lt;=, &gt;, &gt;=, &amp;&amp;, ||, etc., for numerical and logical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634368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 </a:t>
            </a:r>
            <a:r>
              <a:rPr lang="en-IN" dirty="0" err="1"/>
              <a:t>Synatx</a:t>
            </a:r>
            <a:r>
              <a:rPr lang="en-IN" dirty="0"/>
              <a:t>: </a:t>
            </a:r>
            <a:r>
              <a:rPr lang="en-IN" b="1" dirty="0"/>
              <a:t>Conditional Statements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Scala has </a:t>
            </a:r>
            <a:r>
              <a:rPr lang="en-US" b="1" dirty="0"/>
              <a:t>if, else if, and else for </a:t>
            </a:r>
            <a:r>
              <a:rPr lang="en-US" dirty="0"/>
              <a:t>conditional statements. For example:</a:t>
            </a:r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 x = 10</a:t>
            </a:r>
          </a:p>
          <a:p>
            <a:pPr marL="0" indent="0">
              <a:buNone/>
            </a:pPr>
            <a:r>
              <a:rPr lang="en-US" dirty="0"/>
              <a:t>if (x &gt; 5)</a:t>
            </a:r>
          </a:p>
          <a:p>
            <a:pPr marL="0" indent="0">
              <a:buNone/>
            </a:pPr>
            <a:r>
              <a:rPr lang="en-US" dirty="0"/>
              <a:t> {  </a:t>
            </a:r>
            <a:r>
              <a:rPr lang="en-US" dirty="0" err="1"/>
              <a:t>println</a:t>
            </a:r>
            <a:r>
              <a:rPr lang="en-US" dirty="0"/>
              <a:t>("x is greater than 5")</a:t>
            </a:r>
          </a:p>
          <a:p>
            <a:pPr marL="0" indent="0">
              <a:buNone/>
            </a:pPr>
            <a:r>
              <a:rPr lang="en-US" dirty="0"/>
              <a:t>} else </a:t>
            </a:r>
          </a:p>
          <a:p>
            <a:pPr marL="0" indent="0">
              <a:buNone/>
            </a:pPr>
            <a:r>
              <a:rPr lang="en-US" dirty="0"/>
              <a:t>{  </a:t>
            </a:r>
            <a:r>
              <a:rPr lang="en-US" dirty="0" err="1"/>
              <a:t>println</a:t>
            </a:r>
            <a:r>
              <a:rPr lang="en-US" dirty="0"/>
              <a:t>("x is not greater than 5")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5533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 </a:t>
            </a:r>
            <a:r>
              <a:rPr lang="en-IN" dirty="0" err="1"/>
              <a:t>Synatx</a:t>
            </a:r>
            <a:r>
              <a:rPr lang="en-IN" dirty="0"/>
              <a:t>: </a:t>
            </a:r>
            <a:r>
              <a:rPr lang="en-IN" b="1" dirty="0"/>
              <a:t>Functions and Methods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Functions are defined using the def keyword. You can also define methods within classes and objects. For 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def add(x: Int, y: Int): Int = x + y</a:t>
            </a:r>
          </a:p>
        </p:txBody>
      </p:sp>
    </p:spTree>
    <p:extLst>
      <p:ext uri="{BB962C8B-B14F-4D97-AF65-F5344CB8AC3E}">
        <p14:creationId xmlns:p14="http://schemas.microsoft.com/office/powerpoint/2010/main" val="4119326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B90A-AB05-7324-C03F-EA04A931A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Scala </a:t>
            </a:r>
            <a:r>
              <a:rPr lang="en-IN" dirty="0" err="1"/>
              <a:t>Synatx</a:t>
            </a:r>
            <a:r>
              <a:rPr lang="en-IN" dirty="0"/>
              <a:t>: </a:t>
            </a:r>
            <a:r>
              <a:rPr lang="en-IN" b="1" dirty="0"/>
              <a:t>Classes and 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31A90-584B-9588-454D-703F6F314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Classes are defined using the </a:t>
            </a:r>
            <a:r>
              <a:rPr lang="en-US" b="1" dirty="0"/>
              <a:t>class </a:t>
            </a:r>
            <a:r>
              <a:rPr lang="en-US" dirty="0"/>
              <a:t>keyword, and objects are instances of classes. Scala uses the </a:t>
            </a:r>
            <a:r>
              <a:rPr lang="en-US" b="1" dirty="0"/>
              <a:t>new keyword to create objects. </a:t>
            </a:r>
            <a:r>
              <a:rPr lang="en-US" dirty="0"/>
              <a:t>For 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Person(name: String, age: Int)</a:t>
            </a:r>
          </a:p>
          <a:p>
            <a:pPr marL="0" indent="0">
              <a:buNone/>
            </a:pPr>
            <a:r>
              <a:rPr lang="en-US" dirty="0" err="1"/>
              <a:t>val</a:t>
            </a:r>
            <a:r>
              <a:rPr lang="en-US" dirty="0"/>
              <a:t> person = new Person("Alice", 30)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991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6D8B4-7C8B-9B89-C7A7-BF9C1C7FC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Scala program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20C79-D24D-2B98-F9CE-1DC78D783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HelloWorld {   </a:t>
            </a:r>
          </a:p>
          <a:p>
            <a:pPr marL="0" indent="0">
              <a:buNone/>
            </a:pPr>
            <a:r>
              <a:rPr lang="en-US" dirty="0"/>
              <a:t> def main(</a:t>
            </a:r>
            <a:r>
              <a:rPr lang="en-US" dirty="0" err="1"/>
              <a:t>args</a:t>
            </a:r>
            <a:r>
              <a:rPr lang="en-US" dirty="0"/>
              <a:t>: Array[String]): Unit = {     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println</a:t>
            </a:r>
            <a:r>
              <a:rPr lang="en-US" dirty="0"/>
              <a:t>("Hello, world!")   </a:t>
            </a:r>
          </a:p>
          <a:p>
            <a:pPr marL="0" indent="0">
              <a:buNone/>
            </a:pPr>
            <a:r>
              <a:rPr lang="en-US" dirty="0"/>
              <a:t> }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958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58BD5-BE05-C837-6F83-18D53BE3B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F477-2EA3-E6A6-B2D0-A2FD51E5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Scala program- Scala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5EA13-5E43-8808-9C7A-D86F0C249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@main</a:t>
            </a:r>
          </a:p>
          <a:p>
            <a:r>
              <a:rPr lang="en-US" dirty="0"/>
              <a:t>def </a:t>
            </a:r>
            <a:r>
              <a:rPr lang="en-US" dirty="0" err="1"/>
              <a:t>helloWorld</a:t>
            </a:r>
            <a:r>
              <a:rPr lang="en-US" dirty="0"/>
              <a:t>(): Unit = {   </a:t>
            </a:r>
          </a:p>
          <a:p>
            <a:pPr marL="0" indent="0">
              <a:buNone/>
            </a:pPr>
            <a:r>
              <a:rPr lang="en-US" dirty="0"/>
              <a:t>	 </a:t>
            </a:r>
            <a:r>
              <a:rPr lang="en-US" dirty="0" err="1"/>
              <a:t>println</a:t>
            </a:r>
            <a:r>
              <a:rPr lang="en-US" dirty="0"/>
              <a:t>("Hello, world!")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1897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6D8B4-7C8B-9B89-C7A7-BF9C1C7F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Simple Scala program: String Interpolation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720CE1-8BC1-E2CA-71AE-904568CDA6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207" y="1675227"/>
            <a:ext cx="840958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8503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7288CA-E1F4-FCC4-5F39-300DCF563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33BF9-03EC-1DA8-1BE2-EB15B7DEA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Simple Scala-3 program: String Interpolation 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6C8ED6-CD9A-EA0F-471E-06B1BA6D6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558" y="1675227"/>
            <a:ext cx="1070288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18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6D8B4-7C8B-9B89-C7A7-BF9C1C7F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Simple Scala program: Conditional statement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3307B0-7CBC-43FF-59E9-28106CDEC2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0042" y="1675227"/>
            <a:ext cx="653191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123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6D8B4-7C8B-9B89-C7A7-BF9C1C7FC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Simple Scala program: taking input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E31650-4212-399E-ED80-E5B1257048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1498" y="1675227"/>
            <a:ext cx="760900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10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B5940-0383-5D26-1BCD-2DD8397D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B319E-7245-E5AB-A183-DFFAA8596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Simple Scala program: Collection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ACCC-5BDD-DA5E-E934-55F31513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60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863</Words>
  <Application>Microsoft Office PowerPoint</Application>
  <PresentationFormat>Widescreen</PresentationFormat>
  <Paragraphs>93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SCALA</vt:lpstr>
      <vt:lpstr>PRE-REQUISITES</vt:lpstr>
      <vt:lpstr>What is scala?</vt:lpstr>
      <vt:lpstr>Need for Scala</vt:lpstr>
      <vt:lpstr>Need for Scala</vt:lpstr>
      <vt:lpstr>FEATURES OF SCALA</vt:lpstr>
      <vt:lpstr>FEATURES OF SCALA</vt:lpstr>
      <vt:lpstr>HOW TO INSTALL SCALA ON TOP OF JAVA</vt:lpstr>
      <vt:lpstr>Scala Synatx: Comments </vt:lpstr>
      <vt:lpstr>Scala Synatx: Semicolons:</vt:lpstr>
      <vt:lpstr>Scala Synatx: Variables and Values</vt:lpstr>
      <vt:lpstr>Scala Synatx: Data Types</vt:lpstr>
      <vt:lpstr>Scala Synatx: String Interpolation:</vt:lpstr>
      <vt:lpstr>Scala Synatx: Operators</vt:lpstr>
      <vt:lpstr>Scala Synatx: Conditional Statements:</vt:lpstr>
      <vt:lpstr>Scala Synatx: Functions and Methods</vt:lpstr>
      <vt:lpstr>Scala Synatx: Classes and Objects</vt:lpstr>
      <vt:lpstr>Simple Scala program </vt:lpstr>
      <vt:lpstr>Simple Scala program- Scala 3 </vt:lpstr>
      <vt:lpstr>Simple Scala program: String Interpolation  </vt:lpstr>
      <vt:lpstr>Simple Scala-3 program: String Interpolation  </vt:lpstr>
      <vt:lpstr>Simple Scala program: Conditional statement </vt:lpstr>
      <vt:lpstr>Simple Scala program: taking input </vt:lpstr>
      <vt:lpstr>Simple Scala program: Collection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</dc:title>
  <dc:creator>Sital Sharma</dc:creator>
  <cp:lastModifiedBy>Sital Sharma</cp:lastModifiedBy>
  <cp:revision>10</cp:revision>
  <dcterms:created xsi:type="dcterms:W3CDTF">2023-09-14T04:03:37Z</dcterms:created>
  <dcterms:modified xsi:type="dcterms:W3CDTF">2026-09-28T15:04:13Z</dcterms:modified>
</cp:coreProperties>
</file>