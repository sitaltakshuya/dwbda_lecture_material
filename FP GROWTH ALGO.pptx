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167F6-E5D0-5C10-532D-6EFF9621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82F7D4-4DD8-6BE4-2524-BB7648967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22C11-E2D1-CC1F-0F83-957A02549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AF74-9159-4BB2-906C-28C1F5A2A592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C6D33-7EBD-D8F1-776D-5BCD3A8E0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6C925-FFA5-2E5A-FB8B-D9AA427D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14FA-3FDF-42C0-BE24-396CC7BDA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594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11DE-3948-9E72-9D07-C69B5A862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657E4-C87A-AD7D-73B4-495F588E1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DC615-431B-7456-FB8E-6255536C8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AF74-9159-4BB2-906C-28C1F5A2A592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932BF-FEDF-C7EB-0DB4-3F9E26A1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526DE-34D1-EAE4-5159-EB98910E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14FA-3FDF-42C0-BE24-396CC7BDA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140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5FE6-246D-5953-99D2-3079CD18B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991B5-CBDB-C2D3-3E81-D4342A696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E8849-47E2-4613-1052-20C754A31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AF74-9159-4BB2-906C-28C1F5A2A592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9A35A-7E62-8F2C-B3CE-DCA9847F3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A5A49-25AD-A093-69E0-D51BBC27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14FA-3FDF-42C0-BE24-396CC7BDA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97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0439-F54C-6D4F-4588-B9403A353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59E15-1056-677C-942B-2E81CF4A7C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62693-F46B-8291-4477-D77597F3B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EE5CE-FAEB-1AE0-DEDA-F217B083D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AF74-9159-4BB2-906C-28C1F5A2A592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9A12C9-C88D-2A02-D6F5-D08D114FC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B8269-3DF0-532F-2EBD-F17916178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14FA-3FDF-42C0-BE24-396CC7BDA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877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3DA0-F6C9-CE04-9C52-9DA6B10A9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91A28-13F7-7250-3E7C-71F83873D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5B298-E4DC-E131-4EBB-23BE44B88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3DD93E-1CA3-F50D-0C0C-D9B92807B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BC2904-250D-3DFC-3E12-4F909E8069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66297C-9E06-5AB4-8FAC-FCE5063C0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AF74-9159-4BB2-906C-28C1F5A2A592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66D047-3D1D-8941-0E4F-CBBFA63F5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E85FFC-FCB6-433C-8054-CFB29AEC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14FA-3FDF-42C0-BE24-396CC7BDA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50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48493-80D2-B9F9-E611-4754CA8F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08FF39-456C-9E5A-8321-79C3CB5D3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AF74-9159-4BB2-906C-28C1F5A2A592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A1665-1393-0094-687A-57AE18A9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ABB22C-0F59-3CB3-8942-D4E236E56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14FA-3FDF-42C0-BE24-396CC7BDA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0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1476BB-C600-E10D-F038-95A42ED00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AF74-9159-4BB2-906C-28C1F5A2A592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37CA9B-47D2-1C49-D603-E19AFB83C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DBAD9-0979-4408-D420-4BC5C654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14FA-3FDF-42C0-BE24-396CC7BDA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165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F46E2-0829-F8BF-C6BA-3F966B01E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D3F42-2B37-51C9-0991-BFE23745F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9E472-7DA5-2CDF-4773-0B9830407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078BF-8B81-EB5E-7A84-8CE760B02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AF74-9159-4BB2-906C-28C1F5A2A592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B6E83-0DDE-A68F-3BDF-684EE8FB8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98B91-CB2A-7A03-B123-220248C6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14FA-3FDF-42C0-BE24-396CC7BDA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60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A83C7-5F12-098E-07D1-544430241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7948-D028-F1F2-B720-84A62BABC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72CA0-1B7D-7E55-8EA5-E7C3A2750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00617-8666-88E1-6004-4050FC77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AF74-9159-4BB2-906C-28C1F5A2A592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0739B-F5BB-0CA9-867C-4F50BFF8C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AC8DA-FD9E-73E1-5289-4AA7231E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14FA-3FDF-42C0-BE24-396CC7BDA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9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477D7-B820-8504-92CE-7A24A12BF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9E9C8B-993B-17B0-C9A9-EF137364A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30E32-8050-6BCE-678F-5C2CA3A1B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AF74-9159-4BB2-906C-28C1F5A2A592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F23AE-C0D6-2E03-9C0B-000428C9E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8E72C-36FD-5967-09C8-48214A47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14FA-3FDF-42C0-BE24-396CC7BDA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047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AA1F89-00D6-BB8E-0B20-01AB84CF5B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9FD46-1DEA-2B22-63DB-85D6D81E1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978F0-5D18-249A-F2F7-88459911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2AF74-9159-4BB2-906C-28C1F5A2A592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0EBB2-3502-4B33-6A3A-2F2E66D10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6FC0D-5890-E5DD-5204-FFFBB37D4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614FA-3FDF-42C0-BE24-396CC7BDA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274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A8A46C-1F56-83CD-51F2-2871C20F9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FA32F-FD71-35D8-9C5D-71E3F6077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15A53-AA5D-E2E1-7484-29EED5CA1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32AF74-9159-4BB2-906C-28C1F5A2A592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A9FE0-8CC2-5ADE-991A-76277E44F1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864E4-1834-227C-B428-E248B30BF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E614FA-3FDF-42C0-BE24-396CC7BDA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E8BC3-9F42-56D7-CDDB-7F42957CB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FP GROWTH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E1B80-1985-1F85-4D8B-5F75DC01BC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-DWBDA 5</a:t>
            </a:r>
            <a:r>
              <a:rPr lang="en-IN" baseline="30000" dirty="0"/>
              <a:t>TH</a:t>
            </a:r>
            <a:r>
              <a:rPr lang="en-IN" dirty="0"/>
              <a:t> SEM </a:t>
            </a:r>
          </a:p>
        </p:txBody>
      </p:sp>
    </p:spTree>
    <p:extLst>
      <p:ext uri="{BB962C8B-B14F-4D97-AF65-F5344CB8AC3E}">
        <p14:creationId xmlns:p14="http://schemas.microsoft.com/office/powerpoint/2010/main" val="2237231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76158-76E6-7942-BC31-5B92A911A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35B3F-1919-2C54-50F8-60CC93120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FP-Growth algorithm (Frequent Pattern Growth) is an improved association rule mining technique used to find frequent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itemsets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generating candidate sets explicitly (unlike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Apriori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a compact data structure called FP-Tree (Frequent Pattern Tree) to store crucial information about frequent patterns.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4370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08F73-FDB4-C995-2C29-BCD96EA95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87" y="314793"/>
            <a:ext cx="10724213" cy="586217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FP Tree for the following data set given minimum support=3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3DF577-6743-1E91-20B2-7081CB21E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804736"/>
              </p:ext>
            </p:extLst>
          </p:nvPr>
        </p:nvGraphicFramePr>
        <p:xfrm>
          <a:off x="838200" y="1169371"/>
          <a:ext cx="9954718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7359">
                  <a:extLst>
                    <a:ext uri="{9D8B030D-6E8A-4147-A177-3AD203B41FA5}">
                      <a16:colId xmlns:a16="http://schemas.microsoft.com/office/drawing/2014/main" val="3755307036"/>
                    </a:ext>
                  </a:extLst>
                </a:gridCol>
                <a:gridCol w="4977359">
                  <a:extLst>
                    <a:ext uri="{9D8B030D-6E8A-4147-A177-3AD203B41FA5}">
                      <a16:colId xmlns:a16="http://schemas.microsoft.com/office/drawing/2014/main" val="2489801441"/>
                    </a:ext>
                  </a:extLst>
                </a:gridCol>
              </a:tblGrid>
              <a:tr h="386732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576907"/>
                  </a:ext>
                </a:extLst>
              </a:tr>
              <a:tr h="386732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S,Q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753662"/>
                  </a:ext>
                </a:extLst>
              </a:tr>
              <a:tr h="386732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R,Q,T,P,S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394104"/>
                  </a:ext>
                </a:extLst>
              </a:tr>
              <a:tr h="386732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33400"/>
                  </a:ext>
                </a:extLst>
              </a:tr>
              <a:tr h="386732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P,S,T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907759"/>
                  </a:ext>
                </a:extLst>
              </a:tr>
              <a:tr h="386732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R,P,Q,T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345765"/>
                  </a:ext>
                </a:extLst>
              </a:tr>
              <a:tr h="386732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T,P,S,Q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63098"/>
                  </a:ext>
                </a:extLst>
              </a:tr>
              <a:tr h="386732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Q,P,S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473880"/>
                  </a:ext>
                </a:extLst>
              </a:tr>
              <a:tr h="386732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Q,R,U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631760"/>
                  </a:ext>
                </a:extLst>
              </a:tr>
              <a:tr h="386732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090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784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DBAE6-FC8A-39B7-7480-342B623D1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862"/>
            <a:ext cx="10515600" cy="5967101"/>
          </a:xfrm>
        </p:spPr>
        <p:txBody>
          <a:bodyPr/>
          <a:lstStyle/>
          <a:p>
            <a:r>
              <a:rPr lang="en-IN" dirty="0"/>
              <a:t>STEP 1: CALCULATE THE TOTOAL UNIQUE ITEMS AND CALCULATE ITS FREQUENCY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673E1B-590E-89BB-3369-7A311C6CD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413205"/>
              </p:ext>
            </p:extLst>
          </p:nvPr>
        </p:nvGraphicFramePr>
        <p:xfrm>
          <a:off x="479685" y="1136012"/>
          <a:ext cx="10028421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2807">
                  <a:extLst>
                    <a:ext uri="{9D8B030D-6E8A-4147-A177-3AD203B41FA5}">
                      <a16:colId xmlns:a16="http://schemas.microsoft.com/office/drawing/2014/main" val="3080643053"/>
                    </a:ext>
                  </a:extLst>
                </a:gridCol>
                <a:gridCol w="3342807">
                  <a:extLst>
                    <a:ext uri="{9D8B030D-6E8A-4147-A177-3AD203B41FA5}">
                      <a16:colId xmlns:a16="http://schemas.microsoft.com/office/drawing/2014/main" val="2940143613"/>
                    </a:ext>
                  </a:extLst>
                </a:gridCol>
                <a:gridCol w="3342807">
                  <a:extLst>
                    <a:ext uri="{9D8B030D-6E8A-4147-A177-3AD203B41FA5}">
                      <a16:colId xmlns:a16="http://schemas.microsoft.com/office/drawing/2014/main" val="2616056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758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555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873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87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36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062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422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285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01569-3669-688D-209E-1FBE359A6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813" y="449705"/>
            <a:ext cx="11497456" cy="5727258"/>
          </a:xfrm>
        </p:spPr>
        <p:txBody>
          <a:bodyPr/>
          <a:lstStyle/>
          <a:p>
            <a:r>
              <a:rPr lang="en-IN" dirty="0"/>
              <a:t>STEP 3: Now set the transaction according to the priority</a:t>
            </a:r>
          </a:p>
          <a:p>
            <a:endParaRPr lang="en-IN" dirty="0"/>
          </a:p>
          <a:p>
            <a:r>
              <a:rPr lang="en-IN" b="1" dirty="0"/>
              <a:t>Q&gt;S&gt;P&gt;T&gt;R</a:t>
            </a:r>
          </a:p>
          <a:p>
            <a:endParaRPr lang="en-IN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890BD5-9265-B408-1B7D-D1826AFE5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740856"/>
              </p:ext>
            </p:extLst>
          </p:nvPr>
        </p:nvGraphicFramePr>
        <p:xfrm>
          <a:off x="772825" y="2293632"/>
          <a:ext cx="1045480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4936">
                  <a:extLst>
                    <a:ext uri="{9D8B030D-6E8A-4147-A177-3AD203B41FA5}">
                      <a16:colId xmlns:a16="http://schemas.microsoft.com/office/drawing/2014/main" val="3744239816"/>
                    </a:ext>
                  </a:extLst>
                </a:gridCol>
                <a:gridCol w="3484936">
                  <a:extLst>
                    <a:ext uri="{9D8B030D-6E8A-4147-A177-3AD203B41FA5}">
                      <a16:colId xmlns:a16="http://schemas.microsoft.com/office/drawing/2014/main" val="3899690056"/>
                    </a:ext>
                  </a:extLst>
                </a:gridCol>
                <a:gridCol w="3484936">
                  <a:extLst>
                    <a:ext uri="{9D8B030D-6E8A-4147-A177-3AD203B41FA5}">
                      <a16:colId xmlns:a16="http://schemas.microsoft.com/office/drawing/2014/main" val="709913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ORDERED 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308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S,Q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Q,S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386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R,Q,T,P,S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Q,S,P,T,R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152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818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P,S,T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S,P,T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120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R,P,Q,T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Q,P,T,R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7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T,P,S,Q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Q,S,P,T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162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Q,P,S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Q,S,P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913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Q,R,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Q,R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367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1448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42868-7C6A-BB73-2973-D4C5DC37C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567" y="449705"/>
            <a:ext cx="10694233" cy="5727258"/>
          </a:xfrm>
        </p:spPr>
        <p:txBody>
          <a:bodyPr/>
          <a:lstStyle/>
          <a:p>
            <a:r>
              <a:rPr lang="en-IN" dirty="0"/>
              <a:t>STEP 4:NOW CREATE THE TREE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7833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278</Words>
  <Application>Microsoft Office PowerPoint</Application>
  <PresentationFormat>Widescreen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FP GROWTH ALGORITHM</vt:lpstr>
      <vt:lpstr>INTRODUCTION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7</cp:revision>
  <dcterms:created xsi:type="dcterms:W3CDTF">2025-10-17T05:38:30Z</dcterms:created>
  <dcterms:modified xsi:type="dcterms:W3CDTF">2025-10-17T08:31:44Z</dcterms:modified>
</cp:coreProperties>
</file>