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D334-4C1D-819F-36CF-BC6E8603F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BA295-79B6-6C55-171A-C81777EC6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5A1DA-5C9B-F95F-68FD-0B7B5B5E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E098-7913-4F49-88D5-6BD09C2D6F97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52078-1092-43D2-5F25-478B23723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D928F-7828-0F0B-FAA4-6B8835B7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B6CE-7A01-483C-8A75-2E06DFBC7C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19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52052-2480-5A73-193F-EABED5282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EC06E-069C-5EC9-8531-3EB713B25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384B2-B7FB-DE87-3BAC-056E25DD5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E098-7913-4F49-88D5-6BD09C2D6F97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3E8C1-5346-7799-077A-DD21CCDA8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346D6-2A4E-8743-3F76-027E900E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B6CE-7A01-483C-8A75-2E06DFBC7C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94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9C4F-3DA7-1E71-85ED-7A8AD78E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06076-DC3A-FC7E-60F9-A78F75042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D97CB-A68C-EE3D-BADC-945800A41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E098-7913-4F49-88D5-6BD09C2D6F97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A482E-1DA1-1222-F429-7892B462C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68EA9-253D-E821-46AC-2E83F9D5B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B6CE-7A01-483C-8A75-2E06DFBC7C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884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D21A7-1B86-D701-1708-EC4EB04BD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FBA7-90D6-6CEA-2519-2C0D8BF06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17FC3-2C30-050D-C79B-4AD94DF4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9A0AB-1A1A-2815-B349-6954E5A47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E098-7913-4F49-88D5-6BD09C2D6F97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F8CB1-DFBA-8139-9888-60E9B8A1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2071E-C3AB-5E32-4CCB-8BBE6B49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B6CE-7A01-483C-8A75-2E06DFBC7C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02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0D4C-B2DD-6A9F-C872-248182FDA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AFA85-69E6-6426-3374-F148154C0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D846A-83CD-26E6-7346-5F0B562F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EDA543-EF4B-1860-1811-DAFFEBAFDD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0A22EA-D40F-1F68-392A-373B16A0A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E564EA-7AE7-8186-C49B-239A7135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E098-7913-4F49-88D5-6BD09C2D6F97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5FF054-91DE-CE2B-5C69-A39D75193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4E6DBF-3CAA-D071-1A23-74CF8DFE0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B6CE-7A01-483C-8A75-2E06DFBC7C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404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C11C-4E34-8C83-4107-2C062DEA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9743-CC85-F5FD-5841-A91DABFEC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E098-7913-4F49-88D5-6BD09C2D6F97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903CDB-A2C3-668E-08EA-149768C1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7EBA2-11DC-2A09-FD97-B23D04233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B6CE-7A01-483C-8A75-2E06DFBC7C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290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A04AA0-9DFA-00E9-B0C3-D0F98EBD2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E098-7913-4F49-88D5-6BD09C2D6F97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40A011-1C34-FEA0-F534-5F94FA0B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D2F04-08EB-A7B3-47E3-332E86607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B6CE-7A01-483C-8A75-2E06DFBC7C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4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D4B0-57C8-4619-266A-D65671D5B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59F72-CDA8-84F4-1CE0-411B5E251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13AD4-D929-17D2-1503-AE91DAEDA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6C3DC-2C0D-3A56-BA5B-F92EAAC94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E098-7913-4F49-88D5-6BD09C2D6F97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73112-11BC-9CCE-A8F6-FA12B1EB7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7A243-6419-D4C2-AD33-931B5318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B6CE-7A01-483C-8A75-2E06DFBC7C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98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A309C-5D8B-D39D-F604-27A5D7556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A44B31-18AE-D54C-7A5F-F32BD38D3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139CA-C717-5AE7-3CB9-054FD6984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A7059-25DC-B582-38CB-C20C61736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E098-7913-4F49-88D5-6BD09C2D6F97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DD3A1-E3AF-42F0-32CD-00AA9BCAE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2C9F9-EA58-9173-F319-8D1C5518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B6CE-7A01-483C-8A75-2E06DFBC7C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76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973A-C1E1-31EF-8CA0-0788EA0D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E8F5B-5109-C3CF-C5D6-BF4E6EADC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2445B-CEF3-B55C-03E4-70B907539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E098-7913-4F49-88D5-6BD09C2D6F97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0E65A-111F-C956-05DF-E6B2FBBCE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B6179-328F-5C65-BE41-AC572FF3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B6CE-7A01-483C-8A75-2E06DFBC7C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846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A24267-B9C8-A94F-BB26-3B711072C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67B05-D61A-C176-E403-AC46CA934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75CA6-4F27-B652-80F6-F2E83491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E098-7913-4F49-88D5-6BD09C2D6F97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0441B-3C96-2EE8-C266-99D53245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2723D-A3D4-D3FC-01A8-D97B2447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B6CE-7A01-483C-8A75-2E06DFBC7C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83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42135-1A2E-63BC-F976-E8B0CB7EB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221C0-7301-2D23-CDB5-5B2670A29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DD61B-1CA7-D854-B535-7AC5C6196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DDE098-7913-4F49-88D5-6BD09C2D6F97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1BDFF-3F1E-D885-F294-0F8A6A871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5094B-1FFD-7CD2-6B94-78DBFFAF7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2B6CE-7A01-483C-8A75-2E06DFBC7C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80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C2E6-9D8D-968B-B940-AACCAA4820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EDIT DISTANCE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3F8BE-C4D9-ED9F-78ED-C9A19BABC9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345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D9EA-365C-3370-AEC3-3500A80B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Edit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0F845-4517-F8A0-DC9F-310AB7896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86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E4A5F-6D7B-6CAE-CB22-074EB75BA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D71F4-9351-19E9-EB97-B9D2A1EC5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Edit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95C21-F560-9D04-0D03-446D29F3B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Edit distance is used to calculate the distance between two points where the points are represented as strings</a:t>
            </a:r>
          </a:p>
        </p:txBody>
      </p:sp>
    </p:spTree>
    <p:extLst>
      <p:ext uri="{BB962C8B-B14F-4D97-AF65-F5344CB8AC3E}">
        <p14:creationId xmlns:p14="http://schemas.microsoft.com/office/powerpoint/2010/main" val="2840204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C18EC-29A8-3540-6A97-036F62EE6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9246-6240-67DB-E73D-86B9EF67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Edit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C0FC0-D3CE-B6CC-2B5F-0FCCF2E60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Calculate the Edit Distance Between </a:t>
            </a:r>
          </a:p>
          <a:p>
            <a:r>
              <a:rPr lang="en-IN" dirty="0"/>
              <a:t>X=ABCDE and Y= ACFDEG using LCS Method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4086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F8C55-B679-79C7-BD7F-9FFE74805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D8F16-4E9E-6691-4503-8A01C01A7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Edit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0886C-E9C5-E55B-F47F-18ABA359C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Calculate the Edit Distance Between </a:t>
            </a:r>
          </a:p>
          <a:p>
            <a:r>
              <a:rPr lang="en-IN" dirty="0"/>
              <a:t>X=ABCDE and Y= ACFDEG using LCS Method</a:t>
            </a:r>
          </a:p>
          <a:p>
            <a:r>
              <a:rPr lang="en-IN" dirty="0"/>
              <a:t>d(</a:t>
            </a:r>
            <a:r>
              <a:rPr lang="en-IN" dirty="0" err="1"/>
              <a:t>x,y</a:t>
            </a:r>
            <a:r>
              <a:rPr lang="en-IN" dirty="0"/>
              <a:t>)= Length of X + Length of Y – 2 (LCS)</a:t>
            </a:r>
          </a:p>
        </p:txBody>
      </p:sp>
    </p:spTree>
    <p:extLst>
      <p:ext uri="{BB962C8B-B14F-4D97-AF65-F5344CB8AC3E}">
        <p14:creationId xmlns:p14="http://schemas.microsoft.com/office/powerpoint/2010/main" val="2557030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1DA4C-E3A6-F15E-48AD-FF2472C86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214E-0159-5E6B-C7EC-D28AA6ABE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Edit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95136-A062-8753-2FB6-EBB522854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Calculate the Edit Distance Between </a:t>
            </a:r>
          </a:p>
          <a:p>
            <a:r>
              <a:rPr lang="en-IN" dirty="0"/>
              <a:t>X=ABCDE and Y= ACFDEG using LCS Method</a:t>
            </a:r>
          </a:p>
          <a:p>
            <a:r>
              <a:rPr lang="en-IN" dirty="0"/>
              <a:t>d(</a:t>
            </a:r>
            <a:r>
              <a:rPr lang="en-IN" dirty="0" err="1"/>
              <a:t>x,y</a:t>
            </a:r>
            <a:r>
              <a:rPr lang="en-IN" dirty="0"/>
              <a:t>)= Length of X + Length of Y – 2 (LCS)</a:t>
            </a:r>
          </a:p>
        </p:txBody>
      </p:sp>
    </p:spTree>
    <p:extLst>
      <p:ext uri="{BB962C8B-B14F-4D97-AF65-F5344CB8AC3E}">
        <p14:creationId xmlns:p14="http://schemas.microsoft.com/office/powerpoint/2010/main" val="2702115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AEA69-0D11-BF0A-26F4-4D6DAF9E0D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HAMMING DISTANCE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9C63C-9C1A-20AD-5BDA-4D91600E32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535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21DC-2A91-AEE7-8053-C23433BBD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HAMMING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CDD9E-A841-07BB-DBA1-3A291048C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Hamming distance is used for the Boolean vectors.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9730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7471D-01B9-0947-893A-80106B09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4476-1595-73C9-BE67-F3E9317D5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HAMMING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A6B3F-11C1-1E28-2EE3-28D07984A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Hamming distance is used for the Boolean vectors.</a:t>
            </a:r>
          </a:p>
          <a:p>
            <a:r>
              <a:rPr lang="en-IN" dirty="0"/>
              <a:t>E.G:</a:t>
            </a:r>
          </a:p>
          <a:p>
            <a:r>
              <a:rPr lang="en-IN" dirty="0"/>
              <a:t>V1= 1 0 1 0 1</a:t>
            </a:r>
          </a:p>
          <a:p>
            <a:r>
              <a:rPr lang="en-IN"/>
              <a:t>V2= 1 1 1 1 0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590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55910-25E4-8265-787B-6C44DD93F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RECOMMENDATION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D026AB-A295-2119-B4ED-F9747D365C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119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15EE8-51D9-00DF-3DE5-DD46C9BAF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Collaborative Filtering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9BD03-A096-CC65-09BB-539D728D6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Collaborative Filtering is a technique used in recommendation systems to suggest items to users based on the preferences and behaviour of other similar users.</a:t>
            </a:r>
          </a:p>
        </p:txBody>
      </p:sp>
    </p:spTree>
    <p:extLst>
      <p:ext uri="{BB962C8B-B14F-4D97-AF65-F5344CB8AC3E}">
        <p14:creationId xmlns:p14="http://schemas.microsoft.com/office/powerpoint/2010/main" val="3370020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679FC-FED8-084B-93C8-029F4648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4F482-E9A2-300B-1C77-259596403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Collaborative Filtering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82B68-9446-004A-7AF6-6F2BC8AC3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Collaborative Filtering is a technique used in recommendation systems to suggest items to users based on the preferences and behaviour of other similar users.</a:t>
            </a:r>
          </a:p>
          <a:p>
            <a:pPr lvl="0"/>
            <a:r>
              <a:rPr lang="en-IN" b="1" dirty="0"/>
              <a:t>User A</a:t>
            </a:r>
            <a:r>
              <a:rPr lang="en-IN" dirty="0"/>
              <a:t> likes: Movies 1, 2, and 3 </a:t>
            </a:r>
          </a:p>
          <a:p>
            <a:pPr lvl="0"/>
            <a:r>
              <a:rPr lang="en-IN" b="1" dirty="0"/>
              <a:t>User B</a:t>
            </a:r>
            <a:r>
              <a:rPr lang="en-IN" dirty="0"/>
              <a:t> likes: Movies 1, 2, 3, and 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7329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122CD-D994-B283-3F68-62019B978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Content-Based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98281-27D0-88BC-F7B9-72CC2DE84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6016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C55B8-2857-EF9D-E4DA-4960AE333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6E0E6-4275-EE1E-6464-CD874769F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Content-Based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FC02D-439A-E7DE-78D2-2A7CEBDC5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 is a recommendation technique that suggests items to a user based on the features or characteristics of items they liked in the past.</a:t>
            </a:r>
          </a:p>
        </p:txBody>
      </p:sp>
    </p:spTree>
    <p:extLst>
      <p:ext uri="{BB962C8B-B14F-4D97-AF65-F5344CB8AC3E}">
        <p14:creationId xmlns:p14="http://schemas.microsoft.com/office/powerpoint/2010/main" val="2976231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1B3EF-9A47-3DEC-C526-2E5767B3D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8B647-9397-ABBE-8B2B-26F40D67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Content-Based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D712B-C68D-5931-15E8-EB41E96C4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 is a recommendation technique that suggests items to a user based on the features or characteristics of items they liked in the past.</a:t>
            </a:r>
          </a:p>
          <a:p>
            <a:r>
              <a:rPr lang="en-IN" dirty="0"/>
              <a:t>Suppose a user likes movies with:</a:t>
            </a:r>
          </a:p>
          <a:p>
            <a:pPr lvl="0"/>
            <a:r>
              <a:rPr lang="en-IN" dirty="0"/>
              <a:t>Action ,Science Fiction , Superheroes </a:t>
            </a:r>
          </a:p>
          <a:p>
            <a:r>
              <a:rPr lang="en-IN" dirty="0"/>
              <a:t>The system will recommend other movies with similar features, such as other Action or Science Fiction movies.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420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323</Words>
  <Application>Microsoft Office PowerPoint</Application>
  <PresentationFormat>Widescreen</PresentationFormat>
  <Paragraphs>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EDIT DISTANCE</vt:lpstr>
      <vt:lpstr>Edit Distance</vt:lpstr>
      <vt:lpstr>Edit Distance</vt:lpstr>
      <vt:lpstr>Edit Distance</vt:lpstr>
      <vt:lpstr>Edit Distance</vt:lpstr>
      <vt:lpstr>Edit Distance</vt:lpstr>
      <vt:lpstr>HAMMING DISTANCE</vt:lpstr>
      <vt:lpstr>HAMMING DISTANCE</vt:lpstr>
      <vt:lpstr>HAMMING DISTANCE</vt:lpstr>
      <vt:lpstr>RECOMMENDATION SYSTEM</vt:lpstr>
      <vt:lpstr>Collaborative Filtering </vt:lpstr>
      <vt:lpstr>Collaborative Filtering </vt:lpstr>
      <vt:lpstr>Content-Based Filtering</vt:lpstr>
      <vt:lpstr>Content-Based Filtering</vt:lpstr>
      <vt:lpstr>Content-Based Filtering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10</cp:revision>
  <dcterms:created xsi:type="dcterms:W3CDTF">2026-09-09T10:11:50Z</dcterms:created>
  <dcterms:modified xsi:type="dcterms:W3CDTF">2026-09-09T10:24:17Z</dcterms:modified>
</cp:coreProperties>
</file>