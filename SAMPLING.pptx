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58" r:id="rId5"/>
    <p:sldId id="269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CC6E0-4E23-96BA-7902-BDD9FB80F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08527-EC29-3CD2-94D3-065B2EADAD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6D949-9527-DC3D-4E05-695667BED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54FE-DBE0-4866-8C3A-4979E998737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4DE3C-30B5-B242-FD34-7A60E3794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26E2C-F4D7-EFF4-945F-34FBEABC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1FEE2-3452-4739-96FD-F896A9B4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271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ACF69-2CA2-65C4-784E-06C1844E0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C8301-7072-223A-3EDE-2FAD409CC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0419B-DEF9-0740-9E3F-7CAD94C52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54FE-DBE0-4866-8C3A-4979E998737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19A86-2373-254C-A8E5-4801450DE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463D3-AD40-EFFE-119D-7BC275F6B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1FEE2-3452-4739-96FD-F896A9B4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65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75683-32EC-55A4-2ECB-81FD786DA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69EFE-07A7-2903-6306-1D9B28415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8E6AF-F23A-64C3-AE46-D798C3D56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54FE-DBE0-4866-8C3A-4979E998737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F3E61-A4BE-71B0-2398-D6DCD1B72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6BE3E-45B0-C0BE-E54D-D56578757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1FEE2-3452-4739-96FD-F896A9B4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45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BEE84-DB2A-5C7C-6B25-C3C1CC3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B11DC-F6D9-DBC3-4B93-1E8A8B4816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23AF3-1A65-F0D0-D507-AE6390528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F8E22-9BA2-5004-79A9-5372B933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54FE-DBE0-4866-8C3A-4979E998737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5324D1-8E54-FCAD-ABF0-D64C6FFCD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3073A-3F01-FD20-DAD8-C22A09562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1FEE2-3452-4739-96FD-F896A9B4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883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AD585-9BD9-823B-9334-75BA871C3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88D19-4EF6-E1E2-A927-8D0A91142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FF034-1DD4-DB0D-DC1B-928BBE271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8EF6A1-357E-BA34-A0D9-050C64161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9B8391-8FB9-77B9-5075-B3F754BE45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87B825-622F-B42A-C21A-FD93DADD3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54FE-DBE0-4866-8C3A-4979E998737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974C34-8868-C991-9B7B-8448AD506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0E4B8C-64C1-42BC-1482-C99BAC01A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1FEE2-3452-4739-96FD-F896A9B4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07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0C619-5C1F-2A9D-1645-7A9EFA5A6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404C0E-89D0-AB6E-A662-9082FE4B9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54FE-DBE0-4866-8C3A-4979E998737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46C3DB-C651-C99D-886F-4B42E983E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A1671-CFA4-8830-9080-40B0FE8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1FEE2-3452-4739-96FD-F896A9B4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52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8838DB-0750-BF42-B243-8D9DE1690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54FE-DBE0-4866-8C3A-4979E998737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B3C864-EBB4-758C-4FC4-47D58BC0A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579AB-F408-DF6C-70A9-5290DBABA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1FEE2-3452-4739-96FD-F896A9B4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798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DFC2D-21C6-D18B-532D-059365F2E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EBC82-B800-9B02-F388-585F9F2CC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3637B-A30A-2944-2F4E-B60AAECDD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BCC9B-A89A-F3B0-CE37-80FEE1326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54FE-DBE0-4866-8C3A-4979E998737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0053B-9044-1377-C4C6-091B6EB8C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4A9FA-5B98-E2F1-75B0-5C59B21B7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1FEE2-3452-4739-96FD-F896A9B4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738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2C45C-2008-5F64-3FAC-B8B9E273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8A9C99-2FC7-FB06-4B27-5B4CB5AF14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6652F-F489-D73E-F85C-046B0AFEB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8C86B-865C-9C5C-F4E3-5493389FD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54FE-DBE0-4866-8C3A-4979E998737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88FC4-7BF9-66EC-32B1-50BFD9C93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28D4C-22F1-81FE-C8DB-BBBB88953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1FEE2-3452-4739-96FD-F896A9B4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027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50F0F-B444-EE0B-9217-B3CEA69CE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8F7906-8601-6852-8754-FC0B903B6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74E2C-FDDD-D78B-D08F-30FA13AC3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54FE-DBE0-4866-8C3A-4979E998737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8ADD3-4BE6-E3BD-3F77-C762B31E5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2AF7C-F16E-B9CE-1B8E-BA10E9B0C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1FEE2-3452-4739-96FD-F896A9B4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648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964897-AAC1-DB01-092C-D92E66C206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0A3E62-11CC-F30D-2FB2-9ACD01E1A5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C7308-CFBE-8FD4-AEB4-CF524E95E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54FE-DBE0-4866-8C3A-4979E998737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C4DE2-55F3-CFB7-3F9C-872F8564B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A8099-0F35-2A6A-E04B-674BC56A2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1FEE2-3452-4739-96FD-F896A9B4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310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A5081-2ED3-D26E-057E-538027F02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EB011-CF78-CCE0-B535-406D9CCF8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2F77C-0769-EAA8-B191-FAE138B8B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8554FE-DBE0-4866-8C3A-4979E998737F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67E7B-2592-FEAB-B0AF-F9AC565F5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799A2-B915-DE5A-948D-8029D68F57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1FEE2-3452-4739-96FD-F896A9B4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472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5D9BA-9C5C-EC9D-50A5-59DFAC6E23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SAMPLING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A3406-5FD8-4F0A-7C5F-AB02411079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321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1561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CF9E3-C73E-C8FD-4E90-F38D74D08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POPULATION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9C59C9-8825-8321-AF72-983F60B603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230" y="1872456"/>
            <a:ext cx="6640642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804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4042C-036E-9D7A-C9EC-3002DF724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488E84-73AB-94A0-8B18-887925778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809"/>
          <a:stretch>
            <a:fillRect/>
          </a:stretch>
        </p:blipFill>
        <p:spPr>
          <a:xfrm>
            <a:off x="2867025" y="1848644"/>
            <a:ext cx="6457950" cy="366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274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8150-730F-818C-02DA-20F635AC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27B467-08A7-1B18-9ED4-04DF5539E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161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4F204-6B2B-2CB5-D12A-F671B74E4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EF4BF-091E-2178-480A-0850308D2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599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85CFE-3708-0824-F39B-19502614C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Random Sampling (PS)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80DFD-F56B-53EE-B406-7DAB5CC31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163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36B69-0B4C-1464-998E-062B61362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Systematic Sampling (PS)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DAEF3-F34E-D7B1-E1FD-16074A40D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061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AC8B6-786B-71A0-7734-71CE419C9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Stratified Sampling (PS)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3C155-7487-48A6-5B86-C25CBE624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3488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91D73-9D8D-7971-FDF8-34712E025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Cluster Sampling (PS)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C06EA-64C9-BBB7-4574-D6C908D59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945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63D6E-C5C8-CB65-76D7-ABD231A88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Multistage Sampling (PS)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D8B76-5E8C-4506-C776-1409509D6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75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1BA44-90DA-3663-41AD-AD8DF4C25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Convenience Sampling (NPS)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9D94A-4F7A-659F-33E9-9D6BFA75B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424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6409C-08AF-4460-E422-5D3E4C6D8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Judgment/Purposive Sampling (NPS)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F0E62-03A7-5258-3B72-B2D751AEC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196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C2D9D-1300-EBBD-1CDE-1DD242897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Quota Sampling (NPS)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5910D-EEF3-79F9-1D8E-6B137DC7C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888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E4D20-112C-22A4-C0C7-E440DFEA5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Snowball Sampling (NPS)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C05F1-F693-C107-B0E3-3A4003E15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196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1E6C5D-5340-C7D7-34E4-4AF70AF7D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127" y="1218263"/>
            <a:ext cx="474345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986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54</Words>
  <Application>Microsoft Office PowerPoint</Application>
  <PresentationFormat>Widescreen</PresentationFormat>
  <Paragraphs>13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SAMPLING</vt:lpstr>
      <vt:lpstr>PowerPoint Presentation</vt:lpstr>
      <vt:lpstr>POPULATION</vt:lpstr>
      <vt:lpstr>SAMPLE</vt:lpstr>
      <vt:lpstr>PowerPoint Presentation</vt:lpstr>
      <vt:lpstr>Types of sampling</vt:lpstr>
      <vt:lpstr>Simple Random Sampling (PS)</vt:lpstr>
      <vt:lpstr>Systematic Sampling (PS)</vt:lpstr>
      <vt:lpstr>Stratified Sampling (PS)</vt:lpstr>
      <vt:lpstr>Cluster Sampling (PS)</vt:lpstr>
      <vt:lpstr>Multistage Sampling (PS)</vt:lpstr>
      <vt:lpstr>Convenience Sampling (NPS)</vt:lpstr>
      <vt:lpstr>Judgment/Purposive Sampling (NPS)</vt:lpstr>
      <vt:lpstr>Quota Sampling (NPS)</vt:lpstr>
      <vt:lpstr>Snowball Sampling (NPS)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Sital Sharma</dc:creator>
  <cp:lastModifiedBy>Sital Sharma</cp:lastModifiedBy>
  <cp:revision>12</cp:revision>
  <dcterms:created xsi:type="dcterms:W3CDTF">2026-08-13T10:25:17Z</dcterms:created>
  <dcterms:modified xsi:type="dcterms:W3CDTF">2026-08-13T11:35:52Z</dcterms:modified>
</cp:coreProperties>
</file>