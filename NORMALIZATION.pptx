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7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E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A3B01-EDD3-6D5B-3DFB-46D99579AB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6550F9-3D13-5AF7-DB38-06EED7052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5A82A-C366-5D91-0E27-6CB33E181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7B7350-CC52-D259-34C6-FD21125FC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9B08-B443-CECD-7FC9-D9C275B8C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2037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12F1-8585-E8F6-BE75-334CD9C5F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D04F6-7327-D5A3-DDFE-8D738AF83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8E6A7-894B-E32E-5C6F-2B7B24394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BA3F5-427B-2A8F-2D50-7D7DF5170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D1B3-2FB2-3E80-359C-D4D31EF1F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03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4CF5C-628B-ADFD-13E3-8956B65C5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89FCA-A58D-02A5-BDE3-23DFF7989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F5F00D-DD7C-765C-20A2-BEDFA0081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96139-930D-F297-7080-C757C71A2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19865F-2DAF-5DB2-1F89-C891CBB27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816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76FD1-156F-2162-A39C-8FA87A7E6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D16FA-C8FD-0822-5DDD-EAA5D41706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03EC7-A34F-B9B2-5B96-D5FC79A7C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73A4E9-6D1F-90EA-FBDE-76C0E02FB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F9CB09-5AE6-BD7B-E9AC-D6759D3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BB4F43-6478-7FCF-3B7B-3419B975A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953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B2F9C-08FC-7B7E-3A79-D555297C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4A91F-B3E0-E45B-3697-8298DE32D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DFA812-47BC-2291-5ED3-D685087DB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6C10F8-5390-F2EA-E517-B5EA5D7594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92C72-4682-DFA7-ACF5-827BD2DF6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880E87-35A5-98F7-5B88-6B1E57234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71B01-7571-E240-1968-071A29C8E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CC6829-B6DC-309E-D25C-053C37114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424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0BE4-6D5E-E346-B666-FA50ED103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A9C8ED-70AB-3087-8A7F-6316011A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60CD9-B0D8-24C2-A3D5-4CBB2914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7F146-BA9F-1226-2B96-3DFECD064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5184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ECA0B3-271D-64D1-012A-C0F08F8B3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D2502B-56EB-F5A7-FFF4-400AE6CD6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CA827-BAE7-E041-D64E-709E0E3C8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500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E24F0-A1C2-996A-0F84-68AF6EF11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9481E-BDF1-6CC0-6D23-1E7BAB097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684C0-A86E-BC69-5585-2F0336986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847B4D-17E7-927B-15D5-11BCC05B3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8DF66-2FF0-BF2A-22D5-069EFCCE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6B365F-4F3B-715E-E621-A6E39C89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826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09928-1BC3-471D-2AA3-0443C358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68FF6D-B984-5E54-CD90-44C73F40FE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10D59E-6F04-15BE-9140-DA6493B3A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A11EA-BD70-106B-DF4F-BFA2E54F2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A95826-6881-702C-5B11-EE9E4289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0BB50C-422D-D6D4-02C8-E2034BCB4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705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77A2-EDDB-0B0D-E86C-969D6BC7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78C672-20A7-4787-9918-7B295CDF2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08ACF-7B73-3FF4-B8F0-C15EE529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E42A5-0A88-27EE-0A94-4BE5C7267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122BE-8E44-A641-F5B7-898EC3FC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95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90CDE8-E931-C12C-3D20-18DEC9EE60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42FED4-F651-78AB-6BAC-4E1B67BC8B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49706-D41D-9605-E992-B4C49BBE7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5EC0-1F92-6EAD-B95F-03F1FA3A9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F37A2-5B0B-FCFD-90B9-8D3EB6E4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759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0B704-A768-8B01-A5F7-7C155A2B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1448E6-0988-CDF4-45C4-1B809BF582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9B2D4-9AFF-049F-B9B0-0A2FA850B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2D180-30B5-4077-A79C-DA2CD2BD22B1}" type="datetimeFigureOut">
              <a:rPr lang="en-IN" smtClean="0"/>
              <a:t>05-08-2026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5B24-2CD3-0CE2-9A9C-142FFA4151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045E6A-FDF6-49BD-2884-DF7A4B0CB8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E2763-E86E-42BA-ADF4-C08834A891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85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999C-D694-428D-1C8F-51188EFE48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NORMALIZATION</a:t>
            </a:r>
          </a:p>
        </p:txBody>
      </p:sp>
    </p:spTree>
    <p:extLst>
      <p:ext uri="{BB962C8B-B14F-4D97-AF65-F5344CB8AC3E}">
        <p14:creationId xmlns:p14="http://schemas.microsoft.com/office/powerpoint/2010/main" val="224466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83D6380-7EFE-5EF4-0EB1-D382A8CC5FBD}"/>
              </a:ext>
            </a:extLst>
          </p:cNvPr>
          <p:cNvSpPr/>
          <p:nvPr/>
        </p:nvSpPr>
        <p:spPr>
          <a:xfrm>
            <a:off x="2991626" y="568908"/>
            <a:ext cx="6208751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WHAT AND WHY?</a:t>
            </a:r>
          </a:p>
          <a:p>
            <a:pPr algn="ctr"/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7417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0FD615E-11E2-B7A3-E88D-2280614D7B78}"/>
              </a:ext>
            </a:extLst>
          </p:cNvPr>
          <p:cNvSpPr/>
          <p:nvPr/>
        </p:nvSpPr>
        <p:spPr>
          <a:xfrm>
            <a:off x="2005875" y="0"/>
            <a:ext cx="85999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MIN-MAX NORMALIZATION</a:t>
            </a:r>
          </a:p>
        </p:txBody>
      </p:sp>
    </p:spTree>
    <p:extLst>
      <p:ext uri="{BB962C8B-B14F-4D97-AF65-F5344CB8AC3E}">
        <p14:creationId xmlns:p14="http://schemas.microsoft.com/office/powerpoint/2010/main" val="235666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457A6-1AB6-E077-354C-A9D173E202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725" y="239843"/>
            <a:ext cx="10934075" cy="5937120"/>
          </a:xfrm>
        </p:spPr>
        <p:txBody>
          <a:bodyPr/>
          <a:lstStyle/>
          <a:p>
            <a:r>
              <a:rPr lang="en-IN" dirty="0"/>
              <a:t>EXAMPLE:</a:t>
            </a:r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D13AC8-6D04-7B98-D1F5-9DF8BDB35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5280814"/>
              </p:ext>
            </p:extLst>
          </p:nvPr>
        </p:nvGraphicFramePr>
        <p:xfrm>
          <a:off x="2844800" y="960204"/>
          <a:ext cx="6502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389271207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3620512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1744127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2658560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CAR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ENGINE 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6240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3864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18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451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1461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9CB4677-89F8-D1A1-A9BE-1284D8A0BD5F}"/>
              </a:ext>
            </a:extLst>
          </p:cNvPr>
          <p:cNvSpPr txBox="1"/>
          <p:nvPr/>
        </p:nvSpPr>
        <p:spPr>
          <a:xfrm>
            <a:off x="130539" y="2839071"/>
            <a:ext cx="2206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X’=X-MIN / MAX-MIN</a:t>
            </a:r>
          </a:p>
        </p:txBody>
      </p:sp>
    </p:spTree>
    <p:extLst>
      <p:ext uri="{BB962C8B-B14F-4D97-AF65-F5344CB8AC3E}">
        <p14:creationId xmlns:p14="http://schemas.microsoft.com/office/powerpoint/2010/main" val="3277566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21AFA6E-3C58-DCE1-5107-252F7B1F1891}"/>
              </a:ext>
            </a:extLst>
          </p:cNvPr>
          <p:cNvSpPr/>
          <p:nvPr/>
        </p:nvSpPr>
        <p:spPr>
          <a:xfrm>
            <a:off x="2884845" y="0"/>
            <a:ext cx="70219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Z-SCORE TECHNIQUE</a:t>
            </a:r>
          </a:p>
        </p:txBody>
      </p:sp>
    </p:spTree>
    <p:extLst>
      <p:ext uri="{BB962C8B-B14F-4D97-AF65-F5344CB8AC3E}">
        <p14:creationId xmlns:p14="http://schemas.microsoft.com/office/powerpoint/2010/main" val="1068587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F4503-BA3C-6DCE-7508-91A8D3750BD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4833"/>
                <a:ext cx="10515600" cy="5922130"/>
              </a:xfrm>
            </p:spPr>
            <p:txBody>
              <a:bodyPr/>
              <a:lstStyle/>
              <a:p>
                <a:r>
                  <a:rPr lang="en-IN" dirty="0"/>
                  <a:t>EXAMPLE</a:t>
                </a:r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r>
                  <a:rPr lang="en-IN" b="1" dirty="0"/>
                  <a:t>Population Standard Deviation (when you have all values)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/>
                        </m:ctrlPr>
                      </m:borderBoxPr>
                      <m:e>
                        <m:r>
                          <a:rPr lang="en-IN" i="1"/>
                          <m:t>𝜎</m:t>
                        </m:r>
                        <m:r>
                          <a:rPr lang="en-IN"/>
                          <m:t>=</m:t>
                        </m:r>
                        <m:rad>
                          <m:radPr>
                            <m:degHide m:val="on"/>
                            <m:ctrlPr>
                              <a:rPr lang="en-IN" i="1"/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IN" i="1"/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grow m:val="on"/>
                                    <m:ctrlPr>
                                      <a:rPr lang="en-IN" i="1"/>
                                    </m:ctrlPr>
                                  </m:naryPr>
                                  <m:sub>
                                    <m:r>
                                      <a:rPr lang="en-IN" i="1"/>
                                      <m:t>𝑖</m:t>
                                    </m:r>
                                    <m:r>
                                      <a:rPr lang="en-IN"/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i="1"/>
                                      <m:t>𝑁</m:t>
                                    </m:r>
                                  </m:sup>
                                  <m:e>
                                    <m:r>
                                      <a:rPr lang="en-IN"/>
                                      <m:t>(</m:t>
                                    </m:r>
                                  </m:e>
                                </m:nary>
                                <m:d>
                                  <m:dPr>
                                    <m:begChr m:val=""/>
                                    <m:endChr m:val=""/>
                                    <m:ctrlPr>
                                      <a:rPr lang="en-IN" i="1"/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IN" i="1"/>
                                        </m:ctrlPr>
                                      </m:sSubPr>
                                      <m:e>
                                        <m:r>
                                          <a:rPr lang="en-IN" i="1"/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en-IN" i="1"/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/>
                                      <m:t>−</m:t>
                                    </m:r>
                                    <m:r>
                                      <a:rPr lang="en-IN" i="1"/>
                                      <m:t>𝜇</m:t>
                                    </m:r>
                                    <m:sSup>
                                      <m:sSupPr>
                                        <m:ctrlPr>
                                          <a:rPr lang="en-IN" i="1"/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"/>
                                            <m:endChr m:val=""/>
                                            <m:ctrlPr>
                                              <a:rPr lang="en-IN" i="1"/>
                                            </m:ctrlPr>
                                          </m:dPr>
                                          <m:e>
                                            <m:r>
                                              <a:rPr lang="en-IN"/>
                                              <m:t>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IN"/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num>
                              <m:den>
                                <m:r>
                                  <a:rPr lang="en-IN" i="1"/>
                                  <m:t>𝑁</m:t>
                                </m:r>
                              </m:den>
                            </m:f>
                          </m:e>
                        </m:rad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CF4503-BA3C-6DCE-7508-91A8D3750BD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4833"/>
                <a:ext cx="10515600" cy="5922130"/>
              </a:xfrm>
              <a:blipFill>
                <a:blip r:embed="rId2"/>
                <a:stretch>
                  <a:fillRect l="-1043" t="-18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5BF2153-CD4D-1ED0-36CF-85C0E645A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110696"/>
              </p:ext>
            </p:extLst>
          </p:nvPr>
        </p:nvGraphicFramePr>
        <p:xfrm>
          <a:off x="1582296" y="795986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357324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96370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STUDENT_ID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576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9690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2737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3102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268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60494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405395-F20B-5F11-826B-A66C100511F5}"/>
              </a:ext>
            </a:extLst>
          </p:cNvPr>
          <p:cNvSpPr txBox="1"/>
          <p:nvPr/>
        </p:nvSpPr>
        <p:spPr>
          <a:xfrm>
            <a:off x="1582296" y="3377513"/>
            <a:ext cx="3151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X’ = X-MEAN / STD. DEVIATON </a:t>
            </a:r>
          </a:p>
        </p:txBody>
      </p:sp>
    </p:spTree>
    <p:extLst>
      <p:ext uri="{BB962C8B-B14F-4D97-AF65-F5344CB8AC3E}">
        <p14:creationId xmlns:p14="http://schemas.microsoft.com/office/powerpoint/2010/main" val="2220579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72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NORMALIZATION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8</cp:revision>
  <dcterms:created xsi:type="dcterms:W3CDTF">2026-08-05T15:28:45Z</dcterms:created>
  <dcterms:modified xsi:type="dcterms:W3CDTF">2026-08-05T16:17:11Z</dcterms:modified>
</cp:coreProperties>
</file>